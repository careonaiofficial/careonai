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29LT Adir Bold" charset="1" panose="00000806000000000000"/>
      <p:regular r:id="rId21"/>
    </p:embeddedFont>
    <p:embeddedFont>
      <p:font typeface="29LT Adir" charset="1" panose="00000506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Relationship Id="rId5" Target="../media/VAHI9O_pmuY.mp4" Type="http://schemas.openxmlformats.org/officeDocument/2006/relationships/video"/><Relationship Id="rId6" Target="../media/VAHI9O_pmuY.mp4" Type="http://schemas.microsoft.com/office/2007/relationships/media"/><Relationship Id="rId7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14" Target="../media/image28.png" Type="http://schemas.openxmlformats.org/officeDocument/2006/relationships/image"/><Relationship Id="rId15" Target="../media/image29.png" Type="http://schemas.openxmlformats.org/officeDocument/2006/relationships/image"/><Relationship Id="rId16" Target="../media/image30.svg" Type="http://schemas.openxmlformats.org/officeDocument/2006/relationships/image"/><Relationship Id="rId17" Target="../media/image3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5.jpeg" Type="http://schemas.openxmlformats.org/officeDocument/2006/relationships/image"/><Relationship Id="rId5" Target="../media/image36.jpeg" Type="http://schemas.openxmlformats.org/officeDocument/2006/relationships/image"/><Relationship Id="rId6" Target="../media/image37.jpeg" Type="http://schemas.openxmlformats.org/officeDocument/2006/relationships/image"/><Relationship Id="rId7" Target="../media/image38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9.png" Type="http://schemas.openxmlformats.org/officeDocument/2006/relationships/image"/><Relationship Id="rId6" Target="../embeddings/oleObject1.bin" Type="http://schemas.openxmlformats.org/officeDocument/2006/relationships/oleObjec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971F5">
                <a:alpha val="100000"/>
              </a:srgbClr>
            </a:gs>
            <a:gs pos="100000">
              <a:srgbClr val="1F4DB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47315" y="0"/>
            <a:ext cx="13188462" cy="10287000"/>
          </a:xfrm>
          <a:custGeom>
            <a:avLst/>
            <a:gdLst/>
            <a:ahLst/>
            <a:cxnLst/>
            <a:rect r="r" b="b" t="t" l="l"/>
            <a:pathLst>
              <a:path h="10287000" w="13188462">
                <a:moveTo>
                  <a:pt x="0" y="0"/>
                </a:moveTo>
                <a:lnTo>
                  <a:pt x="13188462" y="0"/>
                </a:lnTo>
                <a:lnTo>
                  <a:pt x="1318846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24131">
            <a:off x="1031163" y="8539616"/>
            <a:ext cx="2431661" cy="710158"/>
            <a:chOff x="0" y="0"/>
            <a:chExt cx="2721686" cy="794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21686" cy="794858"/>
            </a:xfrm>
            <a:custGeom>
              <a:avLst/>
              <a:gdLst/>
              <a:ahLst/>
              <a:cxnLst/>
              <a:rect r="r" b="b" t="t" l="l"/>
              <a:pathLst>
                <a:path h="794858" w="2721686">
                  <a:moveTo>
                    <a:pt x="248734" y="0"/>
                  </a:moveTo>
                  <a:lnTo>
                    <a:pt x="2472952" y="0"/>
                  </a:lnTo>
                  <a:cubicBezTo>
                    <a:pt x="2538920" y="0"/>
                    <a:pt x="2602187" y="26206"/>
                    <a:pt x="2648833" y="72853"/>
                  </a:cubicBezTo>
                  <a:cubicBezTo>
                    <a:pt x="2695480" y="119499"/>
                    <a:pt x="2721686" y="182766"/>
                    <a:pt x="2721686" y="248734"/>
                  </a:cubicBezTo>
                  <a:lnTo>
                    <a:pt x="2721686" y="546124"/>
                  </a:lnTo>
                  <a:cubicBezTo>
                    <a:pt x="2721686" y="683496"/>
                    <a:pt x="2610324" y="794858"/>
                    <a:pt x="2472952" y="794858"/>
                  </a:cubicBezTo>
                  <a:lnTo>
                    <a:pt x="248734" y="794858"/>
                  </a:lnTo>
                  <a:cubicBezTo>
                    <a:pt x="182766" y="794858"/>
                    <a:pt x="119499" y="768653"/>
                    <a:pt x="72853" y="722006"/>
                  </a:cubicBezTo>
                  <a:cubicBezTo>
                    <a:pt x="26206" y="675359"/>
                    <a:pt x="0" y="612093"/>
                    <a:pt x="0" y="546124"/>
                  </a:cubicBezTo>
                  <a:lnTo>
                    <a:pt x="0" y="248734"/>
                  </a:lnTo>
                  <a:cubicBezTo>
                    <a:pt x="0" y="182766"/>
                    <a:pt x="26206" y="119499"/>
                    <a:pt x="72853" y="72853"/>
                  </a:cubicBezTo>
                  <a:cubicBezTo>
                    <a:pt x="119499" y="26206"/>
                    <a:pt x="182766" y="0"/>
                    <a:pt x="2487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FDDFE">
                    <a:alpha val="78000"/>
                  </a:srgbClr>
                </a:gs>
                <a:gs pos="100000">
                  <a:srgbClr val="3971F5">
                    <a:alpha val="78000"/>
                  </a:srgbClr>
                </a:gs>
              </a:gsLst>
              <a:lin ang="2700000"/>
            </a:gradFill>
            <a:ln w="19050" cap="rnd">
              <a:gradFill>
                <a:gsLst>
                  <a:gs pos="0">
                    <a:srgbClr val="3D74F6">
                      <a:alpha val="78000"/>
                    </a:srgbClr>
                  </a:gs>
                  <a:gs pos="50000">
                    <a:srgbClr val="CCDAFE">
                      <a:alpha val="78000"/>
                    </a:srgbClr>
                  </a:gs>
                  <a:gs pos="100000">
                    <a:srgbClr val="3D74F6">
                      <a:alpha val="78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23825"/>
              <a:ext cx="2721686" cy="918683"/>
            </a:xfrm>
            <a:prstGeom prst="rect">
              <a:avLst/>
            </a:prstGeom>
          </p:spPr>
          <p:txBody>
            <a:bodyPr anchor="ctr" rtlCol="false" tIns="78226" lIns="78226" bIns="78226" rIns="78226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056021" y="895032"/>
            <a:ext cx="10994511" cy="7636059"/>
          </a:xfrm>
          <a:custGeom>
            <a:avLst/>
            <a:gdLst/>
            <a:ahLst/>
            <a:cxnLst/>
            <a:rect r="r" b="b" t="t" l="l"/>
            <a:pathLst>
              <a:path h="7636059" w="10994511">
                <a:moveTo>
                  <a:pt x="0" y="0"/>
                </a:moveTo>
                <a:lnTo>
                  <a:pt x="10994510" y="0"/>
                </a:lnTo>
                <a:lnTo>
                  <a:pt x="10994510" y="7636058"/>
                </a:lnTo>
                <a:lnTo>
                  <a:pt x="0" y="76360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20" t="0" r="-222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1048">
            <a:off x="1363307" y="8547280"/>
            <a:ext cx="1675081" cy="66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4"/>
              </a:lnSpc>
            </a:pPr>
            <a:r>
              <a:rPr lang="en-US" b="true" sz="3803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CFDDF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8897102" y="0"/>
            <a:ext cx="13188462" cy="10287000"/>
          </a:xfrm>
          <a:custGeom>
            <a:avLst/>
            <a:gdLst/>
            <a:ahLst/>
            <a:cxnLst/>
            <a:rect r="r" b="b" t="t" l="l"/>
            <a:pathLst>
              <a:path h="10287000" w="13188462">
                <a:moveTo>
                  <a:pt x="13188461" y="0"/>
                </a:moveTo>
                <a:lnTo>
                  <a:pt x="0" y="0"/>
                </a:lnTo>
                <a:lnTo>
                  <a:pt x="0" y="10287000"/>
                </a:lnTo>
                <a:lnTo>
                  <a:pt x="13188461" y="10287000"/>
                </a:lnTo>
                <a:lnTo>
                  <a:pt x="1318846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88239" y="1841721"/>
            <a:ext cx="8446301" cy="859389"/>
            <a:chOff x="0" y="0"/>
            <a:chExt cx="3190679" cy="3246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90679" cy="324643"/>
            </a:xfrm>
            <a:custGeom>
              <a:avLst/>
              <a:gdLst/>
              <a:ahLst/>
              <a:cxnLst/>
              <a:rect r="r" b="b" t="t" l="l"/>
              <a:pathLst>
                <a:path h="324643" w="3190679">
                  <a:moveTo>
                    <a:pt x="71610" y="0"/>
                  </a:moveTo>
                  <a:lnTo>
                    <a:pt x="3119069" y="0"/>
                  </a:lnTo>
                  <a:cubicBezTo>
                    <a:pt x="3138061" y="0"/>
                    <a:pt x="3156275" y="7545"/>
                    <a:pt x="3169705" y="20974"/>
                  </a:cubicBezTo>
                  <a:cubicBezTo>
                    <a:pt x="3183134" y="34403"/>
                    <a:pt x="3190679" y="52618"/>
                    <a:pt x="3190679" y="71610"/>
                  </a:cubicBezTo>
                  <a:lnTo>
                    <a:pt x="3190679" y="253033"/>
                  </a:lnTo>
                  <a:cubicBezTo>
                    <a:pt x="3190679" y="292582"/>
                    <a:pt x="3158618" y="324643"/>
                    <a:pt x="3119069" y="324643"/>
                  </a:cubicBezTo>
                  <a:lnTo>
                    <a:pt x="71610" y="324643"/>
                  </a:lnTo>
                  <a:cubicBezTo>
                    <a:pt x="32061" y="324643"/>
                    <a:pt x="0" y="292582"/>
                    <a:pt x="0" y="253033"/>
                  </a:cubicBezTo>
                  <a:lnTo>
                    <a:pt x="0" y="71610"/>
                  </a:lnTo>
                  <a:cubicBezTo>
                    <a:pt x="0" y="32061"/>
                    <a:pt x="32061" y="0"/>
                    <a:pt x="7161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971F5">
                    <a:alpha val="78000"/>
                  </a:srgbClr>
                </a:gs>
                <a:gs pos="100000">
                  <a:srgbClr val="1F4DBB">
                    <a:alpha val="78000"/>
                  </a:srgbClr>
                </a:gs>
              </a:gsLst>
              <a:lin ang="2700000"/>
            </a:gradFill>
            <a:ln w="19050" cap="rnd">
              <a:gradFill>
                <a:gsLst>
                  <a:gs pos="0">
                    <a:srgbClr val="3D74F6">
                      <a:alpha val="78000"/>
                    </a:srgbClr>
                  </a:gs>
                  <a:gs pos="50000">
                    <a:srgbClr val="CCDAFE">
                      <a:alpha val="78000"/>
                    </a:srgbClr>
                  </a:gs>
                  <a:gs pos="100000">
                    <a:srgbClr val="3D74F6">
                      <a:alpha val="78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23825"/>
              <a:ext cx="3190679" cy="448468"/>
            </a:xfrm>
            <a:prstGeom prst="rect">
              <a:avLst/>
            </a:prstGeom>
          </p:spPr>
          <p:txBody>
            <a:bodyPr anchor="ctr" rtlCol="false" tIns="78226" lIns="78226" bIns="78226" rIns="78226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188239" y="4761188"/>
            <a:ext cx="8446301" cy="859389"/>
            <a:chOff x="0" y="0"/>
            <a:chExt cx="3190679" cy="3246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90679" cy="324643"/>
            </a:xfrm>
            <a:custGeom>
              <a:avLst/>
              <a:gdLst/>
              <a:ahLst/>
              <a:cxnLst/>
              <a:rect r="r" b="b" t="t" l="l"/>
              <a:pathLst>
                <a:path h="324643" w="3190679">
                  <a:moveTo>
                    <a:pt x="71610" y="0"/>
                  </a:moveTo>
                  <a:lnTo>
                    <a:pt x="3119069" y="0"/>
                  </a:lnTo>
                  <a:cubicBezTo>
                    <a:pt x="3138061" y="0"/>
                    <a:pt x="3156275" y="7545"/>
                    <a:pt x="3169705" y="20974"/>
                  </a:cubicBezTo>
                  <a:cubicBezTo>
                    <a:pt x="3183134" y="34403"/>
                    <a:pt x="3190679" y="52618"/>
                    <a:pt x="3190679" y="71610"/>
                  </a:cubicBezTo>
                  <a:lnTo>
                    <a:pt x="3190679" y="253033"/>
                  </a:lnTo>
                  <a:cubicBezTo>
                    <a:pt x="3190679" y="292582"/>
                    <a:pt x="3158618" y="324643"/>
                    <a:pt x="3119069" y="324643"/>
                  </a:cubicBezTo>
                  <a:lnTo>
                    <a:pt x="71610" y="324643"/>
                  </a:lnTo>
                  <a:cubicBezTo>
                    <a:pt x="32061" y="324643"/>
                    <a:pt x="0" y="292582"/>
                    <a:pt x="0" y="253033"/>
                  </a:cubicBezTo>
                  <a:lnTo>
                    <a:pt x="0" y="71610"/>
                  </a:lnTo>
                  <a:cubicBezTo>
                    <a:pt x="0" y="32061"/>
                    <a:pt x="32061" y="0"/>
                    <a:pt x="7161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971F5">
                    <a:alpha val="78000"/>
                  </a:srgbClr>
                </a:gs>
                <a:gs pos="100000">
                  <a:srgbClr val="CFDDFE">
                    <a:alpha val="78000"/>
                  </a:srgbClr>
                </a:gs>
              </a:gsLst>
              <a:lin ang="2700000"/>
            </a:gradFill>
            <a:ln w="19050" cap="rnd">
              <a:gradFill>
                <a:gsLst>
                  <a:gs pos="0">
                    <a:srgbClr val="3D74F6">
                      <a:alpha val="78000"/>
                    </a:srgbClr>
                  </a:gs>
                  <a:gs pos="50000">
                    <a:srgbClr val="CCDAFE">
                      <a:alpha val="78000"/>
                    </a:srgbClr>
                  </a:gs>
                  <a:gs pos="100000">
                    <a:srgbClr val="3D74F6">
                      <a:alpha val="78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3190679" cy="448468"/>
            </a:xfrm>
            <a:prstGeom prst="rect">
              <a:avLst/>
            </a:prstGeom>
          </p:spPr>
          <p:txBody>
            <a:bodyPr anchor="ctr" rtlCol="false" tIns="78226" lIns="78226" bIns="78226" rIns="78226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88239" y="2813811"/>
            <a:ext cx="8446301" cy="859389"/>
            <a:chOff x="0" y="0"/>
            <a:chExt cx="3190679" cy="3246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90679" cy="324643"/>
            </a:xfrm>
            <a:custGeom>
              <a:avLst/>
              <a:gdLst/>
              <a:ahLst/>
              <a:cxnLst/>
              <a:rect r="r" b="b" t="t" l="l"/>
              <a:pathLst>
                <a:path h="324643" w="3190679">
                  <a:moveTo>
                    <a:pt x="71610" y="0"/>
                  </a:moveTo>
                  <a:lnTo>
                    <a:pt x="3119069" y="0"/>
                  </a:lnTo>
                  <a:cubicBezTo>
                    <a:pt x="3138061" y="0"/>
                    <a:pt x="3156275" y="7545"/>
                    <a:pt x="3169705" y="20974"/>
                  </a:cubicBezTo>
                  <a:cubicBezTo>
                    <a:pt x="3183134" y="34403"/>
                    <a:pt x="3190679" y="52618"/>
                    <a:pt x="3190679" y="71610"/>
                  </a:cubicBezTo>
                  <a:lnTo>
                    <a:pt x="3190679" y="253033"/>
                  </a:lnTo>
                  <a:cubicBezTo>
                    <a:pt x="3190679" y="292582"/>
                    <a:pt x="3158618" y="324643"/>
                    <a:pt x="3119069" y="324643"/>
                  </a:cubicBezTo>
                  <a:lnTo>
                    <a:pt x="71610" y="324643"/>
                  </a:lnTo>
                  <a:cubicBezTo>
                    <a:pt x="32061" y="324643"/>
                    <a:pt x="0" y="292582"/>
                    <a:pt x="0" y="253033"/>
                  </a:cubicBezTo>
                  <a:lnTo>
                    <a:pt x="0" y="71610"/>
                  </a:lnTo>
                  <a:cubicBezTo>
                    <a:pt x="0" y="32061"/>
                    <a:pt x="32061" y="0"/>
                    <a:pt x="7161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971F5">
                    <a:alpha val="78000"/>
                  </a:srgbClr>
                </a:gs>
                <a:gs pos="100000">
                  <a:srgbClr val="CFDDFE">
                    <a:alpha val="78000"/>
                  </a:srgbClr>
                </a:gs>
              </a:gsLst>
              <a:lin ang="2700000"/>
            </a:gradFill>
            <a:ln w="19050" cap="rnd">
              <a:gradFill>
                <a:gsLst>
                  <a:gs pos="0">
                    <a:srgbClr val="3D74F6">
                      <a:alpha val="78000"/>
                    </a:srgbClr>
                  </a:gs>
                  <a:gs pos="50000">
                    <a:srgbClr val="CCDAFE">
                      <a:alpha val="78000"/>
                    </a:srgbClr>
                  </a:gs>
                  <a:gs pos="100000">
                    <a:srgbClr val="3D74F6">
                      <a:alpha val="78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3190679" cy="448468"/>
            </a:xfrm>
            <a:prstGeom prst="rect">
              <a:avLst/>
            </a:prstGeom>
          </p:spPr>
          <p:txBody>
            <a:bodyPr anchor="ctr" rtlCol="false" tIns="78226" lIns="78226" bIns="78226" rIns="78226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88239" y="5733278"/>
            <a:ext cx="8446301" cy="859389"/>
            <a:chOff x="0" y="0"/>
            <a:chExt cx="3190679" cy="3246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90679" cy="324643"/>
            </a:xfrm>
            <a:custGeom>
              <a:avLst/>
              <a:gdLst/>
              <a:ahLst/>
              <a:cxnLst/>
              <a:rect r="r" b="b" t="t" l="l"/>
              <a:pathLst>
                <a:path h="324643" w="3190679">
                  <a:moveTo>
                    <a:pt x="71610" y="0"/>
                  </a:moveTo>
                  <a:lnTo>
                    <a:pt x="3119069" y="0"/>
                  </a:lnTo>
                  <a:cubicBezTo>
                    <a:pt x="3138061" y="0"/>
                    <a:pt x="3156275" y="7545"/>
                    <a:pt x="3169705" y="20974"/>
                  </a:cubicBezTo>
                  <a:cubicBezTo>
                    <a:pt x="3183134" y="34403"/>
                    <a:pt x="3190679" y="52618"/>
                    <a:pt x="3190679" y="71610"/>
                  </a:cubicBezTo>
                  <a:lnTo>
                    <a:pt x="3190679" y="253033"/>
                  </a:lnTo>
                  <a:cubicBezTo>
                    <a:pt x="3190679" y="292582"/>
                    <a:pt x="3158618" y="324643"/>
                    <a:pt x="3119069" y="324643"/>
                  </a:cubicBezTo>
                  <a:lnTo>
                    <a:pt x="71610" y="324643"/>
                  </a:lnTo>
                  <a:cubicBezTo>
                    <a:pt x="32061" y="324643"/>
                    <a:pt x="0" y="292582"/>
                    <a:pt x="0" y="253033"/>
                  </a:cubicBezTo>
                  <a:lnTo>
                    <a:pt x="0" y="71610"/>
                  </a:lnTo>
                  <a:cubicBezTo>
                    <a:pt x="0" y="32061"/>
                    <a:pt x="32061" y="0"/>
                    <a:pt x="7161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971F5">
                    <a:alpha val="78000"/>
                  </a:srgbClr>
                </a:gs>
                <a:gs pos="100000">
                  <a:srgbClr val="CFDDFE">
                    <a:alpha val="78000"/>
                  </a:srgbClr>
                </a:gs>
              </a:gsLst>
              <a:lin ang="2700000"/>
            </a:gradFill>
            <a:ln w="19050" cap="rnd">
              <a:gradFill>
                <a:gsLst>
                  <a:gs pos="0">
                    <a:srgbClr val="3D74F6">
                      <a:alpha val="78000"/>
                    </a:srgbClr>
                  </a:gs>
                  <a:gs pos="50000">
                    <a:srgbClr val="CCDAFE">
                      <a:alpha val="78000"/>
                    </a:srgbClr>
                  </a:gs>
                  <a:gs pos="100000">
                    <a:srgbClr val="3D74F6">
                      <a:alpha val="78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23825"/>
              <a:ext cx="3190679" cy="448468"/>
            </a:xfrm>
            <a:prstGeom prst="rect">
              <a:avLst/>
            </a:prstGeom>
          </p:spPr>
          <p:txBody>
            <a:bodyPr anchor="ctr" rtlCol="false" tIns="78226" lIns="78226" bIns="78226" rIns="78226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188239" y="7680656"/>
            <a:ext cx="8446301" cy="859389"/>
            <a:chOff x="0" y="0"/>
            <a:chExt cx="3190679" cy="3246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90679" cy="324643"/>
            </a:xfrm>
            <a:custGeom>
              <a:avLst/>
              <a:gdLst/>
              <a:ahLst/>
              <a:cxnLst/>
              <a:rect r="r" b="b" t="t" l="l"/>
              <a:pathLst>
                <a:path h="324643" w="3190679">
                  <a:moveTo>
                    <a:pt x="71610" y="0"/>
                  </a:moveTo>
                  <a:lnTo>
                    <a:pt x="3119069" y="0"/>
                  </a:lnTo>
                  <a:cubicBezTo>
                    <a:pt x="3138061" y="0"/>
                    <a:pt x="3156275" y="7545"/>
                    <a:pt x="3169705" y="20974"/>
                  </a:cubicBezTo>
                  <a:cubicBezTo>
                    <a:pt x="3183134" y="34403"/>
                    <a:pt x="3190679" y="52618"/>
                    <a:pt x="3190679" y="71610"/>
                  </a:cubicBezTo>
                  <a:lnTo>
                    <a:pt x="3190679" y="253033"/>
                  </a:lnTo>
                  <a:cubicBezTo>
                    <a:pt x="3190679" y="292582"/>
                    <a:pt x="3158618" y="324643"/>
                    <a:pt x="3119069" y="324643"/>
                  </a:cubicBezTo>
                  <a:lnTo>
                    <a:pt x="71610" y="324643"/>
                  </a:lnTo>
                  <a:cubicBezTo>
                    <a:pt x="32061" y="324643"/>
                    <a:pt x="0" y="292582"/>
                    <a:pt x="0" y="253033"/>
                  </a:cubicBezTo>
                  <a:lnTo>
                    <a:pt x="0" y="71610"/>
                  </a:lnTo>
                  <a:cubicBezTo>
                    <a:pt x="0" y="32061"/>
                    <a:pt x="32061" y="0"/>
                    <a:pt x="7161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971F5">
                    <a:alpha val="78000"/>
                  </a:srgbClr>
                </a:gs>
                <a:gs pos="100000">
                  <a:srgbClr val="CFDDFE">
                    <a:alpha val="78000"/>
                  </a:srgbClr>
                </a:gs>
              </a:gsLst>
              <a:lin ang="2700000"/>
            </a:gradFill>
            <a:ln w="19050" cap="rnd">
              <a:gradFill>
                <a:gsLst>
                  <a:gs pos="0">
                    <a:srgbClr val="3D74F6">
                      <a:alpha val="78000"/>
                    </a:srgbClr>
                  </a:gs>
                  <a:gs pos="50000">
                    <a:srgbClr val="CCDAFE">
                      <a:alpha val="78000"/>
                    </a:srgbClr>
                  </a:gs>
                  <a:gs pos="100000">
                    <a:srgbClr val="3D74F6">
                      <a:alpha val="78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123825"/>
              <a:ext cx="3190679" cy="448468"/>
            </a:xfrm>
            <a:prstGeom prst="rect">
              <a:avLst/>
            </a:prstGeom>
          </p:spPr>
          <p:txBody>
            <a:bodyPr anchor="ctr" rtlCol="false" tIns="78226" lIns="78226" bIns="78226" rIns="78226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188239" y="3787500"/>
            <a:ext cx="8446301" cy="859389"/>
            <a:chOff x="0" y="0"/>
            <a:chExt cx="3190679" cy="32464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90679" cy="324643"/>
            </a:xfrm>
            <a:custGeom>
              <a:avLst/>
              <a:gdLst/>
              <a:ahLst/>
              <a:cxnLst/>
              <a:rect r="r" b="b" t="t" l="l"/>
              <a:pathLst>
                <a:path h="324643" w="3190679">
                  <a:moveTo>
                    <a:pt x="71610" y="0"/>
                  </a:moveTo>
                  <a:lnTo>
                    <a:pt x="3119069" y="0"/>
                  </a:lnTo>
                  <a:cubicBezTo>
                    <a:pt x="3138061" y="0"/>
                    <a:pt x="3156275" y="7545"/>
                    <a:pt x="3169705" y="20974"/>
                  </a:cubicBezTo>
                  <a:cubicBezTo>
                    <a:pt x="3183134" y="34403"/>
                    <a:pt x="3190679" y="52618"/>
                    <a:pt x="3190679" y="71610"/>
                  </a:cubicBezTo>
                  <a:lnTo>
                    <a:pt x="3190679" y="253033"/>
                  </a:lnTo>
                  <a:cubicBezTo>
                    <a:pt x="3190679" y="292582"/>
                    <a:pt x="3158618" y="324643"/>
                    <a:pt x="3119069" y="324643"/>
                  </a:cubicBezTo>
                  <a:lnTo>
                    <a:pt x="71610" y="324643"/>
                  </a:lnTo>
                  <a:cubicBezTo>
                    <a:pt x="32061" y="324643"/>
                    <a:pt x="0" y="292582"/>
                    <a:pt x="0" y="253033"/>
                  </a:cubicBezTo>
                  <a:lnTo>
                    <a:pt x="0" y="71610"/>
                  </a:lnTo>
                  <a:cubicBezTo>
                    <a:pt x="0" y="32061"/>
                    <a:pt x="32061" y="0"/>
                    <a:pt x="7161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971F5">
                    <a:alpha val="78000"/>
                  </a:srgbClr>
                </a:gs>
                <a:gs pos="100000">
                  <a:srgbClr val="CFDDFE">
                    <a:alpha val="78000"/>
                  </a:srgbClr>
                </a:gs>
              </a:gsLst>
              <a:lin ang="2700000"/>
            </a:gradFill>
            <a:ln w="19050" cap="rnd">
              <a:gradFill>
                <a:gsLst>
                  <a:gs pos="0">
                    <a:srgbClr val="3D74F6">
                      <a:alpha val="78000"/>
                    </a:srgbClr>
                  </a:gs>
                  <a:gs pos="50000">
                    <a:srgbClr val="CCDAFE">
                      <a:alpha val="78000"/>
                    </a:srgbClr>
                  </a:gs>
                  <a:gs pos="100000">
                    <a:srgbClr val="3D74F6">
                      <a:alpha val="78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23825"/>
              <a:ext cx="3190679" cy="448468"/>
            </a:xfrm>
            <a:prstGeom prst="rect">
              <a:avLst/>
            </a:prstGeom>
          </p:spPr>
          <p:txBody>
            <a:bodyPr anchor="ctr" rtlCol="false" tIns="78226" lIns="78226" bIns="78226" rIns="78226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188239" y="6706967"/>
            <a:ext cx="8446301" cy="859389"/>
            <a:chOff x="0" y="0"/>
            <a:chExt cx="3190679" cy="32464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90679" cy="324643"/>
            </a:xfrm>
            <a:custGeom>
              <a:avLst/>
              <a:gdLst/>
              <a:ahLst/>
              <a:cxnLst/>
              <a:rect r="r" b="b" t="t" l="l"/>
              <a:pathLst>
                <a:path h="324643" w="3190679">
                  <a:moveTo>
                    <a:pt x="71610" y="0"/>
                  </a:moveTo>
                  <a:lnTo>
                    <a:pt x="3119069" y="0"/>
                  </a:lnTo>
                  <a:cubicBezTo>
                    <a:pt x="3138061" y="0"/>
                    <a:pt x="3156275" y="7545"/>
                    <a:pt x="3169705" y="20974"/>
                  </a:cubicBezTo>
                  <a:cubicBezTo>
                    <a:pt x="3183134" y="34403"/>
                    <a:pt x="3190679" y="52618"/>
                    <a:pt x="3190679" y="71610"/>
                  </a:cubicBezTo>
                  <a:lnTo>
                    <a:pt x="3190679" y="253033"/>
                  </a:lnTo>
                  <a:cubicBezTo>
                    <a:pt x="3190679" y="292582"/>
                    <a:pt x="3158618" y="324643"/>
                    <a:pt x="3119069" y="324643"/>
                  </a:cubicBezTo>
                  <a:lnTo>
                    <a:pt x="71610" y="324643"/>
                  </a:lnTo>
                  <a:cubicBezTo>
                    <a:pt x="32061" y="324643"/>
                    <a:pt x="0" y="292582"/>
                    <a:pt x="0" y="253033"/>
                  </a:cubicBezTo>
                  <a:lnTo>
                    <a:pt x="0" y="71610"/>
                  </a:lnTo>
                  <a:cubicBezTo>
                    <a:pt x="0" y="32061"/>
                    <a:pt x="32061" y="0"/>
                    <a:pt x="7161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971F5">
                    <a:alpha val="78000"/>
                  </a:srgbClr>
                </a:gs>
                <a:gs pos="100000">
                  <a:srgbClr val="CFDDFE">
                    <a:alpha val="78000"/>
                  </a:srgbClr>
                </a:gs>
              </a:gsLst>
              <a:lin ang="2700000"/>
            </a:gradFill>
            <a:ln w="19050" cap="rnd">
              <a:gradFill>
                <a:gsLst>
                  <a:gs pos="0">
                    <a:srgbClr val="3D74F6">
                      <a:alpha val="78000"/>
                    </a:srgbClr>
                  </a:gs>
                  <a:gs pos="50000">
                    <a:srgbClr val="CCDAFE">
                      <a:alpha val="78000"/>
                    </a:srgbClr>
                  </a:gs>
                  <a:gs pos="100000">
                    <a:srgbClr val="3D74F6">
                      <a:alpha val="78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123825"/>
              <a:ext cx="3190679" cy="448468"/>
            </a:xfrm>
            <a:prstGeom prst="rect">
              <a:avLst/>
            </a:prstGeom>
          </p:spPr>
          <p:txBody>
            <a:bodyPr anchor="ctr" rtlCol="false" tIns="78226" lIns="78226" bIns="78226" rIns="78226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5541358" y="1620693"/>
            <a:ext cx="4742885" cy="678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7793"/>
              </a:lnSpc>
            </a:pPr>
            <a:r>
              <a:rPr lang="ar-EG" sz="3117" spc="-324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  <a:rtl val="true"/>
              </a:rPr>
              <a:t>قصة مؤثرة</a:t>
            </a:r>
          </a:p>
          <a:p>
            <a:pPr algn="just" rtl="true">
              <a:lnSpc>
                <a:spcPts val="7793"/>
              </a:lnSpc>
            </a:pPr>
            <a:r>
              <a:rPr lang="ar-EG" sz="3117" spc="-324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  <a:rtl val="true"/>
              </a:rPr>
              <a:t>المشكلة</a:t>
            </a:r>
          </a:p>
          <a:p>
            <a:pPr algn="just" rtl="true">
              <a:lnSpc>
                <a:spcPts val="7793"/>
              </a:lnSpc>
            </a:pPr>
            <a:r>
              <a:rPr lang="ar-EG" sz="3117" spc="-324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  <a:rtl val="true"/>
              </a:rPr>
              <a:t>الحل</a:t>
            </a:r>
          </a:p>
          <a:p>
            <a:pPr algn="just" rtl="true">
              <a:lnSpc>
                <a:spcPts val="7793"/>
              </a:lnSpc>
            </a:pPr>
            <a:r>
              <a:rPr lang="ar-EG" sz="3117" spc="-324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  <a:rtl val="true"/>
              </a:rPr>
              <a:t>كيف يعمل الحهاز</a:t>
            </a:r>
          </a:p>
          <a:p>
            <a:pPr algn="just" rtl="true">
              <a:lnSpc>
                <a:spcPts val="7793"/>
              </a:lnSpc>
            </a:pPr>
            <a:r>
              <a:rPr lang="ar-EG" sz="3117" spc="-324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  <a:rtl val="true"/>
              </a:rPr>
              <a:t>الميزات</a:t>
            </a:r>
          </a:p>
          <a:p>
            <a:pPr algn="just" rtl="true">
              <a:lnSpc>
                <a:spcPts val="7793"/>
              </a:lnSpc>
            </a:pPr>
            <a:r>
              <a:rPr lang="ar-EG" sz="3117" spc="-324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  <a:rtl val="true"/>
              </a:rPr>
              <a:t>الفئة المستهدفه</a:t>
            </a:r>
          </a:p>
          <a:p>
            <a:pPr algn="just" rtl="true">
              <a:lnSpc>
                <a:spcPts val="7793"/>
              </a:lnSpc>
            </a:pPr>
            <a:r>
              <a:rPr lang="ar-EG" sz="3117" spc="-324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  <a:rtl val="true"/>
              </a:rPr>
              <a:t>الخاتمة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354384" y="1732289"/>
            <a:ext cx="1679013" cy="670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98"/>
              </a:lnSpc>
            </a:pPr>
            <a:r>
              <a:rPr lang="en-US" sz="3580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</a:rPr>
              <a:t>01</a:t>
            </a:r>
          </a:p>
          <a:p>
            <a:pPr algn="just">
              <a:lnSpc>
                <a:spcPts val="7698"/>
              </a:lnSpc>
            </a:pPr>
            <a:r>
              <a:rPr lang="en-US" sz="3580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</a:rPr>
              <a:t>02</a:t>
            </a:r>
          </a:p>
          <a:p>
            <a:pPr algn="just">
              <a:lnSpc>
                <a:spcPts val="7698"/>
              </a:lnSpc>
            </a:pPr>
            <a:r>
              <a:rPr lang="en-US" sz="3580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</a:rPr>
              <a:t>03</a:t>
            </a:r>
          </a:p>
          <a:p>
            <a:pPr algn="just">
              <a:lnSpc>
                <a:spcPts val="7698"/>
              </a:lnSpc>
            </a:pPr>
            <a:r>
              <a:rPr lang="en-US" sz="3580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</a:rPr>
              <a:t>04</a:t>
            </a:r>
          </a:p>
          <a:p>
            <a:pPr algn="just">
              <a:lnSpc>
                <a:spcPts val="7698"/>
              </a:lnSpc>
            </a:pPr>
            <a:r>
              <a:rPr lang="en-US" sz="3580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</a:rPr>
              <a:t>05</a:t>
            </a:r>
          </a:p>
          <a:p>
            <a:pPr algn="just">
              <a:lnSpc>
                <a:spcPts val="7698"/>
              </a:lnSpc>
            </a:pPr>
            <a:r>
              <a:rPr lang="en-US" sz="3580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</a:rPr>
              <a:t>06</a:t>
            </a:r>
          </a:p>
          <a:p>
            <a:pPr algn="just">
              <a:lnSpc>
                <a:spcPts val="7698"/>
              </a:lnSpc>
            </a:pPr>
            <a:r>
              <a:rPr lang="en-US" sz="3580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</a:rPr>
              <a:t>07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667887" y="4810427"/>
            <a:ext cx="4758306" cy="1208543"/>
            <a:chOff x="0" y="0"/>
            <a:chExt cx="3129536" cy="79485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9536" cy="794858"/>
            </a:xfrm>
            <a:custGeom>
              <a:avLst/>
              <a:gdLst/>
              <a:ahLst/>
              <a:cxnLst/>
              <a:rect r="r" b="b" t="t" l="l"/>
              <a:pathLst>
                <a:path h="794858" w="3129536">
                  <a:moveTo>
                    <a:pt x="127112" y="0"/>
                  </a:moveTo>
                  <a:lnTo>
                    <a:pt x="3002424" y="0"/>
                  </a:lnTo>
                  <a:cubicBezTo>
                    <a:pt x="3036136" y="0"/>
                    <a:pt x="3068468" y="13392"/>
                    <a:pt x="3092306" y="37230"/>
                  </a:cubicBezTo>
                  <a:cubicBezTo>
                    <a:pt x="3116144" y="61068"/>
                    <a:pt x="3129536" y="93400"/>
                    <a:pt x="3129536" y="127112"/>
                  </a:cubicBezTo>
                  <a:lnTo>
                    <a:pt x="3129536" y="667746"/>
                  </a:lnTo>
                  <a:cubicBezTo>
                    <a:pt x="3129536" y="737948"/>
                    <a:pt x="3072626" y="794858"/>
                    <a:pt x="3002424" y="794858"/>
                  </a:cubicBezTo>
                  <a:lnTo>
                    <a:pt x="127112" y="794858"/>
                  </a:lnTo>
                  <a:cubicBezTo>
                    <a:pt x="56910" y="794858"/>
                    <a:pt x="0" y="737948"/>
                    <a:pt x="0" y="667746"/>
                  </a:cubicBezTo>
                  <a:lnTo>
                    <a:pt x="0" y="127112"/>
                  </a:lnTo>
                  <a:cubicBezTo>
                    <a:pt x="0" y="56910"/>
                    <a:pt x="56910" y="0"/>
                    <a:pt x="1271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971F5">
                    <a:alpha val="78000"/>
                  </a:srgbClr>
                </a:gs>
                <a:gs pos="100000">
                  <a:srgbClr val="1F4DBB">
                    <a:alpha val="78000"/>
                  </a:srgbClr>
                </a:gs>
              </a:gsLst>
              <a:lin ang="2700000"/>
            </a:gradFill>
            <a:ln w="19050" cap="rnd">
              <a:gradFill>
                <a:gsLst>
                  <a:gs pos="0">
                    <a:srgbClr val="3D74F6">
                      <a:alpha val="78000"/>
                    </a:srgbClr>
                  </a:gs>
                  <a:gs pos="50000">
                    <a:srgbClr val="CCDAFE">
                      <a:alpha val="78000"/>
                    </a:srgbClr>
                  </a:gs>
                  <a:gs pos="100000">
                    <a:srgbClr val="3D74F6">
                      <a:alpha val="78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123825"/>
              <a:ext cx="3129536" cy="918683"/>
            </a:xfrm>
            <a:prstGeom prst="rect">
              <a:avLst/>
            </a:prstGeom>
          </p:spPr>
          <p:txBody>
            <a:bodyPr anchor="ctr" rtlCol="false" tIns="78226" lIns="78226" bIns="78226" rIns="78226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294972" y="4831500"/>
            <a:ext cx="3127057" cy="1033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8302"/>
              </a:lnSpc>
            </a:pPr>
            <a:r>
              <a:rPr lang="ar-EG" b="true" sz="5930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المحتوى</a:t>
            </a:r>
          </a:p>
        </p:txBody>
      </p:sp>
      <p:sp>
        <p:nvSpPr>
          <p:cNvPr name="Freeform 30" id="30"/>
          <p:cNvSpPr/>
          <p:nvPr/>
        </p:nvSpPr>
        <p:spPr>
          <a:xfrm flipH="true" flipV="false" rot="0">
            <a:off x="15212794" y="5205464"/>
            <a:ext cx="418470" cy="418470"/>
          </a:xfrm>
          <a:custGeom>
            <a:avLst/>
            <a:gdLst/>
            <a:ahLst/>
            <a:cxnLst/>
            <a:rect r="r" b="b" t="t" l="l"/>
            <a:pathLst>
              <a:path h="418470" w="418470">
                <a:moveTo>
                  <a:pt x="418470" y="0"/>
                </a:moveTo>
                <a:lnTo>
                  <a:pt x="0" y="0"/>
                </a:lnTo>
                <a:lnTo>
                  <a:pt x="0" y="418470"/>
                </a:lnTo>
                <a:lnTo>
                  <a:pt x="418470" y="418470"/>
                </a:lnTo>
                <a:lnTo>
                  <a:pt x="41847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CFDDF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8762412" y="0"/>
            <a:ext cx="13188462" cy="10287000"/>
          </a:xfrm>
          <a:custGeom>
            <a:avLst/>
            <a:gdLst/>
            <a:ahLst/>
            <a:cxnLst/>
            <a:rect r="r" b="b" t="t" l="l"/>
            <a:pathLst>
              <a:path h="10287000" w="13188462">
                <a:moveTo>
                  <a:pt x="13188462" y="0"/>
                </a:moveTo>
                <a:lnTo>
                  <a:pt x="0" y="0"/>
                </a:lnTo>
                <a:lnTo>
                  <a:pt x="0" y="10287000"/>
                </a:lnTo>
                <a:lnTo>
                  <a:pt x="13188462" y="10287000"/>
                </a:lnTo>
                <a:lnTo>
                  <a:pt x="13188462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028700" y="686146"/>
            <a:ext cx="16575987" cy="8131616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0">
            <a:off x="168727" y="7974613"/>
            <a:ext cx="3822955" cy="2085248"/>
          </a:xfrm>
          <a:custGeom>
            <a:avLst/>
            <a:gdLst/>
            <a:ahLst/>
            <a:cxnLst/>
            <a:rect r="r" b="b" t="t" l="l"/>
            <a:pathLst>
              <a:path h="2085248" w="3822955">
                <a:moveTo>
                  <a:pt x="0" y="0"/>
                </a:moveTo>
                <a:lnTo>
                  <a:pt x="3822955" y="0"/>
                </a:lnTo>
                <a:lnTo>
                  <a:pt x="3822955" y="2085248"/>
                </a:lnTo>
                <a:lnTo>
                  <a:pt x="0" y="20852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05" t="0" r="-160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45340" y="-5726615"/>
            <a:ext cx="13188462" cy="10287000"/>
          </a:xfrm>
          <a:custGeom>
            <a:avLst/>
            <a:gdLst/>
            <a:ahLst/>
            <a:cxnLst/>
            <a:rect r="r" b="b" t="t" l="l"/>
            <a:pathLst>
              <a:path h="10287000" w="13188462">
                <a:moveTo>
                  <a:pt x="0" y="0"/>
                </a:moveTo>
                <a:lnTo>
                  <a:pt x="13188461" y="0"/>
                </a:lnTo>
                <a:lnTo>
                  <a:pt x="131884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045340" y="-4188562"/>
            <a:ext cx="22729222" cy="15319720"/>
            <a:chOff x="0" y="0"/>
            <a:chExt cx="5986297" cy="40348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986297" cy="4034823"/>
            </a:xfrm>
            <a:custGeom>
              <a:avLst/>
              <a:gdLst/>
              <a:ahLst/>
              <a:cxnLst/>
              <a:rect r="r" b="b" t="t" l="l"/>
              <a:pathLst>
                <a:path h="4034823" w="5986297">
                  <a:moveTo>
                    <a:pt x="9878" y="0"/>
                  </a:moveTo>
                  <a:lnTo>
                    <a:pt x="5976419" y="0"/>
                  </a:lnTo>
                  <a:cubicBezTo>
                    <a:pt x="5981874" y="0"/>
                    <a:pt x="5986297" y="4422"/>
                    <a:pt x="5986297" y="9878"/>
                  </a:cubicBezTo>
                  <a:lnTo>
                    <a:pt x="5986297" y="4024945"/>
                  </a:lnTo>
                  <a:cubicBezTo>
                    <a:pt x="5986297" y="4030401"/>
                    <a:pt x="5981874" y="4034823"/>
                    <a:pt x="5976419" y="4034823"/>
                  </a:cubicBezTo>
                  <a:lnTo>
                    <a:pt x="9878" y="4034823"/>
                  </a:lnTo>
                  <a:cubicBezTo>
                    <a:pt x="4422" y="4034823"/>
                    <a:pt x="0" y="4030401"/>
                    <a:pt x="0" y="4024945"/>
                  </a:cubicBezTo>
                  <a:lnTo>
                    <a:pt x="0" y="9878"/>
                  </a:lnTo>
                  <a:cubicBezTo>
                    <a:pt x="0" y="4422"/>
                    <a:pt x="4422" y="0"/>
                    <a:pt x="987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FDDFE">
                    <a:alpha val="85000"/>
                  </a:srgbClr>
                </a:gs>
                <a:gs pos="100000">
                  <a:srgbClr val="3971F5">
                    <a:alpha val="85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986297" cy="4091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25650" y="1597237"/>
            <a:ext cx="8084453" cy="6163176"/>
          </a:xfrm>
          <a:custGeom>
            <a:avLst/>
            <a:gdLst/>
            <a:ahLst/>
            <a:cxnLst/>
            <a:rect r="r" b="b" t="t" l="l"/>
            <a:pathLst>
              <a:path h="6163176" w="8084453">
                <a:moveTo>
                  <a:pt x="0" y="0"/>
                </a:moveTo>
                <a:lnTo>
                  <a:pt x="8084453" y="0"/>
                </a:lnTo>
                <a:lnTo>
                  <a:pt x="8084453" y="6163176"/>
                </a:lnTo>
                <a:lnTo>
                  <a:pt x="0" y="61631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032" t="0" r="-4671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1656457"/>
            <a:ext cx="8719454" cy="6044736"/>
          </a:xfrm>
          <a:custGeom>
            <a:avLst/>
            <a:gdLst/>
            <a:ahLst/>
            <a:cxnLst/>
            <a:rect r="r" b="b" t="t" l="l"/>
            <a:pathLst>
              <a:path h="6044736" w="8719454">
                <a:moveTo>
                  <a:pt x="0" y="0"/>
                </a:moveTo>
                <a:lnTo>
                  <a:pt x="8719454" y="0"/>
                </a:lnTo>
                <a:lnTo>
                  <a:pt x="8719454" y="6044736"/>
                </a:lnTo>
                <a:lnTo>
                  <a:pt x="0" y="60447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020" t="0" r="-302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971F5">
                <a:alpha val="100000"/>
              </a:srgbClr>
            </a:gs>
            <a:gs pos="100000">
              <a:srgbClr val="1F4DB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02856" y="-1274446"/>
            <a:ext cx="19236352" cy="12835893"/>
          </a:xfrm>
          <a:custGeom>
            <a:avLst/>
            <a:gdLst/>
            <a:ahLst/>
            <a:cxnLst/>
            <a:rect r="r" b="b" t="t" l="l"/>
            <a:pathLst>
              <a:path h="12835893" w="19236352">
                <a:moveTo>
                  <a:pt x="0" y="0"/>
                </a:moveTo>
                <a:lnTo>
                  <a:pt x="19236352" y="0"/>
                </a:lnTo>
                <a:lnTo>
                  <a:pt x="19236352" y="12835892"/>
                </a:lnTo>
                <a:lnTo>
                  <a:pt x="0" y="12835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l="-11166" t="0" r="-1116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330334" y="5018543"/>
            <a:ext cx="5769972" cy="853309"/>
            <a:chOff x="0" y="0"/>
            <a:chExt cx="1519663" cy="2247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19663" cy="224740"/>
            </a:xfrm>
            <a:custGeom>
              <a:avLst/>
              <a:gdLst/>
              <a:ahLst/>
              <a:cxnLst/>
              <a:rect r="r" b="b" t="t" l="l"/>
              <a:pathLst>
                <a:path h="224740" w="1519663">
                  <a:moveTo>
                    <a:pt x="112370" y="0"/>
                  </a:moveTo>
                  <a:lnTo>
                    <a:pt x="1407293" y="0"/>
                  </a:lnTo>
                  <a:cubicBezTo>
                    <a:pt x="1437096" y="0"/>
                    <a:pt x="1465677" y="11839"/>
                    <a:pt x="1486751" y="32912"/>
                  </a:cubicBezTo>
                  <a:cubicBezTo>
                    <a:pt x="1507824" y="53986"/>
                    <a:pt x="1519663" y="82568"/>
                    <a:pt x="1519663" y="112370"/>
                  </a:cubicBezTo>
                  <a:lnTo>
                    <a:pt x="1519663" y="112370"/>
                  </a:lnTo>
                  <a:cubicBezTo>
                    <a:pt x="1519663" y="142172"/>
                    <a:pt x="1507824" y="170754"/>
                    <a:pt x="1486751" y="191828"/>
                  </a:cubicBezTo>
                  <a:cubicBezTo>
                    <a:pt x="1465677" y="212901"/>
                    <a:pt x="1437096" y="224740"/>
                    <a:pt x="1407293" y="224740"/>
                  </a:cubicBezTo>
                  <a:lnTo>
                    <a:pt x="112370" y="224740"/>
                  </a:lnTo>
                  <a:cubicBezTo>
                    <a:pt x="82568" y="224740"/>
                    <a:pt x="53986" y="212901"/>
                    <a:pt x="32912" y="191828"/>
                  </a:cubicBezTo>
                  <a:cubicBezTo>
                    <a:pt x="11839" y="170754"/>
                    <a:pt x="0" y="142172"/>
                    <a:pt x="0" y="112370"/>
                  </a:cubicBezTo>
                  <a:lnTo>
                    <a:pt x="0" y="112370"/>
                  </a:lnTo>
                  <a:cubicBezTo>
                    <a:pt x="0" y="82568"/>
                    <a:pt x="11839" y="53986"/>
                    <a:pt x="32912" y="32912"/>
                  </a:cubicBezTo>
                  <a:cubicBezTo>
                    <a:pt x="53986" y="11839"/>
                    <a:pt x="82568" y="0"/>
                    <a:pt x="1123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971F5">
                    <a:alpha val="100000"/>
                  </a:srgbClr>
                </a:gs>
                <a:gs pos="100000">
                  <a:srgbClr val="CFDDF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519663" cy="281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099984" y="639344"/>
            <a:ext cx="10088032" cy="151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2357"/>
              </a:lnSpc>
            </a:pPr>
            <a:r>
              <a:rPr lang="ar-EG" b="true" sz="8826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المشكله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8055" y="2688659"/>
            <a:ext cx="15374529" cy="7413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560"/>
              </a:lnSpc>
            </a:pPr>
            <a:r>
              <a:rPr lang="ar-EG" b="true" sz="3257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ُعدّ </a:t>
            </a:r>
            <a:r>
              <a:rPr lang="ar-EG" b="true" sz="3257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قرح الفراش من أكثر المضاعفات شيوعًا لدى المرضى غير القادرين على الحركة،</a:t>
            </a:r>
          </a:p>
          <a:p>
            <a:pPr algn="ctr" rtl="true">
              <a:lnSpc>
                <a:spcPts val="4560"/>
              </a:lnSpc>
            </a:pPr>
            <a:r>
              <a:rPr lang="ar-EG" b="true" sz="3257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حيث</a:t>
            </a:r>
            <a:r>
              <a:rPr lang="ar-EG" b="true" sz="3257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 تعتمد الوقاية منها بشكل أساسي على إعادة تغيير وضعية المريض بشكل منتظم.</a:t>
            </a:r>
          </a:p>
          <a:p>
            <a:pPr algn="ctr" rtl="true">
              <a:lnSpc>
                <a:spcPts val="4560"/>
              </a:lnSpc>
            </a:pPr>
          </a:p>
          <a:p>
            <a:pPr algn="ctr" rtl="true">
              <a:lnSpc>
                <a:spcPts val="4560"/>
              </a:lnSpc>
            </a:pPr>
          </a:p>
          <a:p>
            <a:pPr algn="ctr">
              <a:lnSpc>
                <a:spcPts val="4560"/>
              </a:lnSpc>
            </a:pPr>
          </a:p>
          <a:p>
            <a:pPr algn="ctr">
              <a:lnSpc>
                <a:spcPts val="4560"/>
              </a:lnSpc>
            </a:pPr>
          </a:p>
          <a:p>
            <a:pPr algn="ctr" rtl="true" marL="703307" indent="-351653" lvl="1">
              <a:lnSpc>
                <a:spcPts val="4560"/>
              </a:lnSpc>
              <a:buFont typeface="Arial"/>
              <a:buChar char="•"/>
            </a:pPr>
            <a:r>
              <a:rPr lang="ar-EG" b="true" sz="3257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 في الواقع العملي، تواجه الرعاية الصحية عدة تحديات، منها:</a:t>
            </a:r>
          </a:p>
          <a:p>
            <a:pPr algn="ctr" rtl="true" marL="703307" indent="-351653" lvl="1">
              <a:lnSpc>
                <a:spcPts val="4560"/>
              </a:lnSpc>
              <a:buFont typeface="Arial"/>
              <a:buChar char="•"/>
            </a:pPr>
          </a:p>
          <a:p>
            <a:pPr algn="ctr" rtl="true" marL="703307" indent="-351653" lvl="1">
              <a:lnSpc>
                <a:spcPts val="4560"/>
              </a:lnSpc>
              <a:buFont typeface="Arial"/>
              <a:buChar char="•"/>
            </a:pPr>
            <a:r>
              <a:rPr lang="ar-EG" b="true" sz="3257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ضغط العمل على الطاقم التمريضي</a:t>
            </a:r>
          </a:p>
          <a:p>
            <a:pPr algn="ctr" rtl="true" marL="703307" indent="-351653" lvl="1">
              <a:lnSpc>
                <a:spcPts val="4560"/>
              </a:lnSpc>
              <a:buFont typeface="Arial"/>
              <a:buChar char="•"/>
            </a:pPr>
            <a:r>
              <a:rPr lang="ar-EG" b="true" sz="3257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نقص المتابعة المستمرة</a:t>
            </a:r>
          </a:p>
          <a:p>
            <a:pPr algn="ctr" rtl="true" marL="703307" indent="-351653" lvl="1">
              <a:lnSpc>
                <a:spcPts val="4560"/>
              </a:lnSpc>
              <a:buFont typeface="Arial"/>
              <a:buChar char="•"/>
            </a:pPr>
            <a:r>
              <a:rPr lang="ar-EG" b="true" sz="3257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الاعتماد على رعاية منزلية غير متخصصة</a:t>
            </a:r>
          </a:p>
          <a:p>
            <a:pPr algn="ctr" rtl="true" marL="703307" indent="-351653" lvl="1">
              <a:lnSpc>
                <a:spcPts val="4560"/>
              </a:lnSpc>
              <a:buFont typeface="Arial"/>
              <a:buChar char="•"/>
            </a:pPr>
            <a:r>
              <a:rPr lang="ar-EG" b="true" sz="3257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 </a:t>
            </a:r>
            <a:r>
              <a:rPr lang="ar-EG" b="true" sz="3257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مما</a:t>
            </a:r>
            <a:r>
              <a:rPr lang="ar-EG" b="true" sz="3257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 يؤدي إلى تأخر التدخل وزيادة خطر حدوث المضاعفات</a:t>
            </a:r>
          </a:p>
          <a:p>
            <a:pPr algn="ctr" rtl="true">
              <a:lnSpc>
                <a:spcPts val="456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881571" y="5057775"/>
            <a:ext cx="2524858" cy="68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591"/>
              </a:lnSpc>
            </a:pPr>
            <a:r>
              <a:rPr lang="ar-EG" b="true" sz="3994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ملاحظة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05" t="0" r="-160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45340" y="-5726615"/>
            <a:ext cx="13188462" cy="10287000"/>
          </a:xfrm>
          <a:custGeom>
            <a:avLst/>
            <a:gdLst/>
            <a:ahLst/>
            <a:cxnLst/>
            <a:rect r="r" b="b" t="t" l="l"/>
            <a:pathLst>
              <a:path h="10287000" w="13188462">
                <a:moveTo>
                  <a:pt x="0" y="0"/>
                </a:moveTo>
                <a:lnTo>
                  <a:pt x="13188461" y="0"/>
                </a:lnTo>
                <a:lnTo>
                  <a:pt x="131884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045340" y="-4188562"/>
            <a:ext cx="22729222" cy="15319720"/>
            <a:chOff x="0" y="0"/>
            <a:chExt cx="5986297" cy="40348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986297" cy="4034823"/>
            </a:xfrm>
            <a:custGeom>
              <a:avLst/>
              <a:gdLst/>
              <a:ahLst/>
              <a:cxnLst/>
              <a:rect r="r" b="b" t="t" l="l"/>
              <a:pathLst>
                <a:path h="4034823" w="5986297">
                  <a:moveTo>
                    <a:pt x="9878" y="0"/>
                  </a:moveTo>
                  <a:lnTo>
                    <a:pt x="5976419" y="0"/>
                  </a:lnTo>
                  <a:cubicBezTo>
                    <a:pt x="5981874" y="0"/>
                    <a:pt x="5986297" y="4422"/>
                    <a:pt x="5986297" y="9878"/>
                  </a:cubicBezTo>
                  <a:lnTo>
                    <a:pt x="5986297" y="4024945"/>
                  </a:lnTo>
                  <a:cubicBezTo>
                    <a:pt x="5986297" y="4030401"/>
                    <a:pt x="5981874" y="4034823"/>
                    <a:pt x="5976419" y="4034823"/>
                  </a:cubicBezTo>
                  <a:lnTo>
                    <a:pt x="9878" y="4034823"/>
                  </a:lnTo>
                  <a:cubicBezTo>
                    <a:pt x="4422" y="4034823"/>
                    <a:pt x="0" y="4030401"/>
                    <a:pt x="0" y="4024945"/>
                  </a:cubicBezTo>
                  <a:lnTo>
                    <a:pt x="0" y="9878"/>
                  </a:lnTo>
                  <a:cubicBezTo>
                    <a:pt x="0" y="4422"/>
                    <a:pt x="4422" y="0"/>
                    <a:pt x="987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FDDFE">
                    <a:alpha val="85000"/>
                  </a:srgbClr>
                </a:gs>
                <a:gs pos="100000">
                  <a:srgbClr val="3971F5">
                    <a:alpha val="85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986297" cy="4091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179939" y="621134"/>
            <a:ext cx="3934068" cy="853309"/>
            <a:chOff x="0" y="0"/>
            <a:chExt cx="1036133" cy="2247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6133" cy="224740"/>
            </a:xfrm>
            <a:custGeom>
              <a:avLst/>
              <a:gdLst/>
              <a:ahLst/>
              <a:cxnLst/>
              <a:rect r="r" b="b" t="t" l="l"/>
              <a:pathLst>
                <a:path h="224740" w="1036133">
                  <a:moveTo>
                    <a:pt x="112370" y="0"/>
                  </a:moveTo>
                  <a:lnTo>
                    <a:pt x="923763" y="0"/>
                  </a:lnTo>
                  <a:cubicBezTo>
                    <a:pt x="953566" y="0"/>
                    <a:pt x="982147" y="11839"/>
                    <a:pt x="1003221" y="32912"/>
                  </a:cubicBezTo>
                  <a:cubicBezTo>
                    <a:pt x="1024294" y="53986"/>
                    <a:pt x="1036133" y="82568"/>
                    <a:pt x="1036133" y="112370"/>
                  </a:cubicBezTo>
                  <a:lnTo>
                    <a:pt x="1036133" y="112370"/>
                  </a:lnTo>
                  <a:cubicBezTo>
                    <a:pt x="1036133" y="142172"/>
                    <a:pt x="1024294" y="170754"/>
                    <a:pt x="1003221" y="191828"/>
                  </a:cubicBezTo>
                  <a:cubicBezTo>
                    <a:pt x="982147" y="212901"/>
                    <a:pt x="953566" y="224740"/>
                    <a:pt x="923763" y="224740"/>
                  </a:cubicBezTo>
                  <a:lnTo>
                    <a:pt x="112370" y="224740"/>
                  </a:lnTo>
                  <a:cubicBezTo>
                    <a:pt x="82568" y="224740"/>
                    <a:pt x="53986" y="212901"/>
                    <a:pt x="32912" y="191828"/>
                  </a:cubicBezTo>
                  <a:cubicBezTo>
                    <a:pt x="11839" y="170754"/>
                    <a:pt x="0" y="142172"/>
                    <a:pt x="0" y="112370"/>
                  </a:cubicBezTo>
                  <a:lnTo>
                    <a:pt x="0" y="112370"/>
                  </a:lnTo>
                  <a:cubicBezTo>
                    <a:pt x="0" y="82568"/>
                    <a:pt x="11839" y="53986"/>
                    <a:pt x="32912" y="32912"/>
                  </a:cubicBezTo>
                  <a:cubicBezTo>
                    <a:pt x="53986" y="11839"/>
                    <a:pt x="82568" y="0"/>
                    <a:pt x="112370" y="0"/>
                  </a:cubicBezTo>
                  <a:close/>
                </a:path>
              </a:pathLst>
            </a:custGeom>
            <a:solidFill>
              <a:srgbClr val="2F62D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036133" cy="281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15747" y="2072391"/>
            <a:ext cx="11927374" cy="5994381"/>
          </a:xfrm>
          <a:custGeom>
            <a:avLst/>
            <a:gdLst/>
            <a:ahLst/>
            <a:cxnLst/>
            <a:rect r="r" b="b" t="t" l="l"/>
            <a:pathLst>
              <a:path h="5994381" w="11927374">
                <a:moveTo>
                  <a:pt x="0" y="0"/>
                </a:moveTo>
                <a:lnTo>
                  <a:pt x="11927374" y="0"/>
                </a:lnTo>
                <a:lnTo>
                  <a:pt x="11927374" y="5994381"/>
                </a:lnTo>
                <a:lnTo>
                  <a:pt x="0" y="59943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92" t="-20699" r="-662" b="-21658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9470764" y="1549461"/>
            <a:ext cx="359733" cy="2474407"/>
          </a:xfrm>
          <a:custGeom>
            <a:avLst/>
            <a:gdLst/>
            <a:ahLst/>
            <a:cxnLst/>
            <a:rect r="r" b="b" t="t" l="l"/>
            <a:pathLst>
              <a:path h="2474407" w="359733">
                <a:moveTo>
                  <a:pt x="0" y="0"/>
                </a:moveTo>
                <a:lnTo>
                  <a:pt x="359733" y="0"/>
                </a:lnTo>
                <a:lnTo>
                  <a:pt x="359733" y="2474408"/>
                </a:lnTo>
                <a:lnTo>
                  <a:pt x="0" y="24744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65182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727945" y="506834"/>
            <a:ext cx="2838057" cy="92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7513"/>
              </a:lnSpc>
            </a:pPr>
            <a:r>
              <a:rPr lang="ar-EG" b="true" sz="5366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الحل: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09459" y="1536674"/>
            <a:ext cx="5504549" cy="8924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4703"/>
              </a:lnSpc>
            </a:pPr>
          </a:p>
          <a:p>
            <a:pPr algn="r" rtl="true" marL="725271" indent="-362636" lvl="1">
              <a:lnSpc>
                <a:spcPts val="4703"/>
              </a:lnSpc>
              <a:buFont typeface="Arial"/>
              <a:buChar char="•"/>
            </a:pPr>
            <a:r>
              <a:rPr lang="ar-EG" b="true" sz="335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نظام </a:t>
            </a:r>
            <a:r>
              <a:rPr lang="en-US" b="true" sz="335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</a:rPr>
              <a:t>Careon AI</a:t>
            </a:r>
            <a:r>
              <a:rPr lang="ar-EG" b="true" sz="335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 للوقاية من قرح الفراش بتكلفة منخفضة</a:t>
            </a:r>
          </a:p>
          <a:p>
            <a:pPr algn="r" rtl="true" marL="725271" indent="-362636" lvl="1">
              <a:lnSpc>
                <a:spcPts val="4703"/>
              </a:lnSpc>
              <a:buFont typeface="Arial"/>
              <a:buChar char="•"/>
            </a:pPr>
            <a:r>
              <a:rPr lang="ar-EG" b="true" sz="335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يراقب الضغط والحرارة والرطوبة </a:t>
            </a:r>
            <a:r>
              <a:rPr lang="ar-EG" b="true" sz="335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باستمرار</a:t>
            </a:r>
          </a:p>
          <a:p>
            <a:pPr algn="r" rtl="true" marL="725271" indent="-362636" lvl="1">
              <a:lnSpc>
                <a:spcPts val="4703"/>
              </a:lnSpc>
              <a:buFont typeface="Arial"/>
              <a:buChar char="•"/>
            </a:pPr>
            <a:r>
              <a:rPr lang="ar-EG" b="true" sz="335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يحلل البيانات بالذكاء الاصطناعي لاكتشاف المخاطر مبكر</a:t>
            </a:r>
            <a:r>
              <a:rPr lang="ar-EG" b="true" sz="335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ًا</a:t>
            </a:r>
          </a:p>
          <a:p>
            <a:pPr algn="r" rtl="true" marL="725271" indent="-362636" lvl="1">
              <a:lnSpc>
                <a:spcPts val="4703"/>
              </a:lnSpc>
              <a:buFont typeface="Arial"/>
              <a:buChar char="•"/>
            </a:pPr>
            <a:r>
              <a:rPr lang="ar-EG" b="true" sz="335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ينبه مقدمي الرعاية أو يعدّل وضعية المريض تلقائيًا</a:t>
            </a:r>
          </a:p>
          <a:p>
            <a:pPr algn="r" rtl="true" marL="725271" indent="-362636" lvl="1">
              <a:lnSpc>
                <a:spcPts val="4703"/>
              </a:lnSpc>
              <a:buFont typeface="Arial"/>
              <a:buChar char="•"/>
            </a:pPr>
            <a:r>
              <a:rPr lang="ar-EG" b="true" sz="335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يقدّم توصيات مخصصة ويعمل بشكل مستمر</a:t>
            </a:r>
          </a:p>
          <a:p>
            <a:pPr algn="r" rtl="true" marL="725271" indent="-362636" lvl="1">
              <a:lnSpc>
                <a:spcPts val="4703"/>
              </a:lnSpc>
              <a:buFont typeface="Arial"/>
              <a:buChar char="•"/>
            </a:pPr>
            <a:r>
              <a:rPr lang="ar-EG" b="true" sz="335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يعزز سلامة المرضى ويخفف عبء الرعاية</a:t>
            </a:r>
          </a:p>
          <a:p>
            <a:pPr algn="r" rtl="true">
              <a:lnSpc>
                <a:spcPts val="4703"/>
              </a:lnSpc>
            </a:pPr>
          </a:p>
          <a:p>
            <a:pPr algn="r" rtl="true">
              <a:lnSpc>
                <a:spcPts val="4703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8731106" y="2578703"/>
            <a:ext cx="2156728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CareOn AI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5400000">
            <a:off x="2362464" y="1549461"/>
            <a:ext cx="359733" cy="2474407"/>
          </a:xfrm>
          <a:custGeom>
            <a:avLst/>
            <a:gdLst/>
            <a:ahLst/>
            <a:cxnLst/>
            <a:rect r="r" b="b" t="t" l="l"/>
            <a:pathLst>
              <a:path h="2474407" w="359733">
                <a:moveTo>
                  <a:pt x="0" y="0"/>
                </a:moveTo>
                <a:lnTo>
                  <a:pt x="359734" y="0"/>
                </a:lnTo>
                <a:lnTo>
                  <a:pt x="359734" y="2474408"/>
                </a:lnTo>
                <a:lnTo>
                  <a:pt x="0" y="24744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65182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463967" y="2578703"/>
            <a:ext cx="2156728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CareOn AI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971F5">
                <a:alpha val="100000"/>
              </a:srgbClr>
            </a:gs>
            <a:gs pos="100000">
              <a:srgbClr val="1F4DB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1821608"/>
            <a:ext cx="120937" cy="1301672"/>
            <a:chOff x="0" y="0"/>
            <a:chExt cx="35835" cy="3857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835" cy="385705"/>
            </a:xfrm>
            <a:custGeom>
              <a:avLst/>
              <a:gdLst/>
              <a:ahLst/>
              <a:cxnLst/>
              <a:rect r="r" b="b" t="t" l="l"/>
              <a:pathLst>
                <a:path h="385705" w="35835">
                  <a:moveTo>
                    <a:pt x="17918" y="0"/>
                  </a:moveTo>
                  <a:lnTo>
                    <a:pt x="17918" y="0"/>
                  </a:lnTo>
                  <a:cubicBezTo>
                    <a:pt x="27813" y="0"/>
                    <a:pt x="35835" y="8022"/>
                    <a:pt x="35835" y="17918"/>
                  </a:cubicBezTo>
                  <a:lnTo>
                    <a:pt x="35835" y="367787"/>
                  </a:lnTo>
                  <a:cubicBezTo>
                    <a:pt x="35835" y="377683"/>
                    <a:pt x="27813" y="385705"/>
                    <a:pt x="17918" y="385705"/>
                  </a:cubicBezTo>
                  <a:lnTo>
                    <a:pt x="17918" y="385705"/>
                  </a:lnTo>
                  <a:cubicBezTo>
                    <a:pt x="8022" y="385705"/>
                    <a:pt x="0" y="377683"/>
                    <a:pt x="0" y="367787"/>
                  </a:cubicBezTo>
                  <a:lnTo>
                    <a:pt x="0" y="17918"/>
                  </a:lnTo>
                  <a:cubicBezTo>
                    <a:pt x="0" y="8022"/>
                    <a:pt x="8022" y="0"/>
                    <a:pt x="17918" y="0"/>
                  </a:cubicBezTo>
                  <a:close/>
                </a:path>
              </a:pathLst>
            </a:custGeom>
            <a:solidFill>
              <a:srgbClr val="6495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5835" cy="442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326824" y="1605398"/>
            <a:ext cx="120937" cy="1385389"/>
            <a:chOff x="0" y="0"/>
            <a:chExt cx="35835" cy="4105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835" cy="410511"/>
            </a:xfrm>
            <a:custGeom>
              <a:avLst/>
              <a:gdLst/>
              <a:ahLst/>
              <a:cxnLst/>
              <a:rect r="r" b="b" t="t" l="l"/>
              <a:pathLst>
                <a:path h="410511" w="35835">
                  <a:moveTo>
                    <a:pt x="17918" y="0"/>
                  </a:moveTo>
                  <a:lnTo>
                    <a:pt x="17918" y="0"/>
                  </a:lnTo>
                  <a:cubicBezTo>
                    <a:pt x="27813" y="0"/>
                    <a:pt x="35835" y="8022"/>
                    <a:pt x="35835" y="17918"/>
                  </a:cubicBezTo>
                  <a:lnTo>
                    <a:pt x="35835" y="392594"/>
                  </a:lnTo>
                  <a:cubicBezTo>
                    <a:pt x="35835" y="402489"/>
                    <a:pt x="27813" y="410511"/>
                    <a:pt x="17918" y="410511"/>
                  </a:cubicBezTo>
                  <a:lnTo>
                    <a:pt x="17918" y="410511"/>
                  </a:lnTo>
                  <a:cubicBezTo>
                    <a:pt x="8022" y="410511"/>
                    <a:pt x="0" y="402489"/>
                    <a:pt x="0" y="392594"/>
                  </a:cubicBezTo>
                  <a:lnTo>
                    <a:pt x="0" y="17918"/>
                  </a:lnTo>
                  <a:cubicBezTo>
                    <a:pt x="0" y="8022"/>
                    <a:pt x="8022" y="0"/>
                    <a:pt x="17918" y="0"/>
                  </a:cubicBezTo>
                  <a:close/>
                </a:path>
              </a:pathLst>
            </a:custGeom>
            <a:solidFill>
              <a:srgbClr val="6495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5835" cy="4676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98832" y="4043595"/>
            <a:ext cx="120937" cy="1517882"/>
            <a:chOff x="0" y="0"/>
            <a:chExt cx="35835" cy="4497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835" cy="449771"/>
            </a:xfrm>
            <a:custGeom>
              <a:avLst/>
              <a:gdLst/>
              <a:ahLst/>
              <a:cxnLst/>
              <a:rect r="r" b="b" t="t" l="l"/>
              <a:pathLst>
                <a:path h="449771" w="35835">
                  <a:moveTo>
                    <a:pt x="17918" y="0"/>
                  </a:moveTo>
                  <a:lnTo>
                    <a:pt x="17918" y="0"/>
                  </a:lnTo>
                  <a:cubicBezTo>
                    <a:pt x="27813" y="0"/>
                    <a:pt x="35835" y="8022"/>
                    <a:pt x="35835" y="17918"/>
                  </a:cubicBezTo>
                  <a:lnTo>
                    <a:pt x="35835" y="431853"/>
                  </a:lnTo>
                  <a:cubicBezTo>
                    <a:pt x="35835" y="441749"/>
                    <a:pt x="27813" y="449771"/>
                    <a:pt x="17918" y="449771"/>
                  </a:cubicBezTo>
                  <a:lnTo>
                    <a:pt x="17918" y="449771"/>
                  </a:lnTo>
                  <a:cubicBezTo>
                    <a:pt x="8022" y="449771"/>
                    <a:pt x="0" y="441749"/>
                    <a:pt x="0" y="431853"/>
                  </a:cubicBezTo>
                  <a:lnTo>
                    <a:pt x="0" y="17918"/>
                  </a:lnTo>
                  <a:cubicBezTo>
                    <a:pt x="0" y="8022"/>
                    <a:pt x="8022" y="0"/>
                    <a:pt x="17918" y="0"/>
                  </a:cubicBezTo>
                  <a:close/>
                </a:path>
              </a:pathLst>
            </a:custGeom>
            <a:solidFill>
              <a:srgbClr val="6495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5835" cy="506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326824" y="4043595"/>
            <a:ext cx="120937" cy="1517882"/>
            <a:chOff x="0" y="0"/>
            <a:chExt cx="35835" cy="4497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5835" cy="449771"/>
            </a:xfrm>
            <a:custGeom>
              <a:avLst/>
              <a:gdLst/>
              <a:ahLst/>
              <a:cxnLst/>
              <a:rect r="r" b="b" t="t" l="l"/>
              <a:pathLst>
                <a:path h="449771" w="35835">
                  <a:moveTo>
                    <a:pt x="17918" y="0"/>
                  </a:moveTo>
                  <a:lnTo>
                    <a:pt x="17918" y="0"/>
                  </a:lnTo>
                  <a:cubicBezTo>
                    <a:pt x="27813" y="0"/>
                    <a:pt x="35835" y="8022"/>
                    <a:pt x="35835" y="17918"/>
                  </a:cubicBezTo>
                  <a:lnTo>
                    <a:pt x="35835" y="431853"/>
                  </a:lnTo>
                  <a:cubicBezTo>
                    <a:pt x="35835" y="441749"/>
                    <a:pt x="27813" y="449771"/>
                    <a:pt x="17918" y="449771"/>
                  </a:cubicBezTo>
                  <a:lnTo>
                    <a:pt x="17918" y="449771"/>
                  </a:lnTo>
                  <a:cubicBezTo>
                    <a:pt x="8022" y="449771"/>
                    <a:pt x="0" y="441749"/>
                    <a:pt x="0" y="431853"/>
                  </a:cubicBezTo>
                  <a:lnTo>
                    <a:pt x="0" y="17918"/>
                  </a:lnTo>
                  <a:cubicBezTo>
                    <a:pt x="0" y="8022"/>
                    <a:pt x="8022" y="0"/>
                    <a:pt x="17918" y="0"/>
                  </a:cubicBezTo>
                  <a:close/>
                </a:path>
              </a:pathLst>
            </a:custGeom>
            <a:solidFill>
              <a:srgbClr val="6495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35835" cy="506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452285" y="5851656"/>
            <a:ext cx="19208856" cy="4513237"/>
            <a:chOff x="0" y="0"/>
            <a:chExt cx="2907931" cy="6832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07931" cy="683236"/>
            </a:xfrm>
            <a:custGeom>
              <a:avLst/>
              <a:gdLst/>
              <a:ahLst/>
              <a:cxnLst/>
              <a:rect r="r" b="b" t="t" l="l"/>
              <a:pathLst>
                <a:path h="683236" w="2907931">
                  <a:moveTo>
                    <a:pt x="0" y="0"/>
                  </a:moveTo>
                  <a:lnTo>
                    <a:pt x="2907931" y="0"/>
                  </a:lnTo>
                  <a:lnTo>
                    <a:pt x="2907931" y="683236"/>
                  </a:lnTo>
                  <a:lnTo>
                    <a:pt x="0" y="683236"/>
                  </a:lnTo>
                  <a:close/>
                </a:path>
              </a:pathLst>
            </a:custGeom>
            <a:blipFill>
              <a:blip r:embed="rId2"/>
              <a:stretch>
                <a:fillRect l="0" t="-63371" r="0" b="-68587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823940" y="602045"/>
            <a:ext cx="3081158" cy="853309"/>
            <a:chOff x="0" y="0"/>
            <a:chExt cx="811498" cy="2247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1498" cy="224740"/>
            </a:xfrm>
            <a:custGeom>
              <a:avLst/>
              <a:gdLst/>
              <a:ahLst/>
              <a:cxnLst/>
              <a:rect r="r" b="b" t="t" l="l"/>
              <a:pathLst>
                <a:path h="224740" w="811498">
                  <a:moveTo>
                    <a:pt x="112370" y="0"/>
                  </a:moveTo>
                  <a:lnTo>
                    <a:pt x="699129" y="0"/>
                  </a:lnTo>
                  <a:cubicBezTo>
                    <a:pt x="728931" y="0"/>
                    <a:pt x="757513" y="11839"/>
                    <a:pt x="778586" y="32912"/>
                  </a:cubicBezTo>
                  <a:cubicBezTo>
                    <a:pt x="799660" y="53986"/>
                    <a:pt x="811498" y="82568"/>
                    <a:pt x="811498" y="112370"/>
                  </a:cubicBezTo>
                  <a:lnTo>
                    <a:pt x="811498" y="112370"/>
                  </a:lnTo>
                  <a:cubicBezTo>
                    <a:pt x="811498" y="142172"/>
                    <a:pt x="799660" y="170754"/>
                    <a:pt x="778586" y="191828"/>
                  </a:cubicBezTo>
                  <a:cubicBezTo>
                    <a:pt x="757513" y="212901"/>
                    <a:pt x="728931" y="224740"/>
                    <a:pt x="699129" y="224740"/>
                  </a:cubicBezTo>
                  <a:lnTo>
                    <a:pt x="112370" y="224740"/>
                  </a:lnTo>
                  <a:cubicBezTo>
                    <a:pt x="82568" y="224740"/>
                    <a:pt x="53986" y="212901"/>
                    <a:pt x="32912" y="191828"/>
                  </a:cubicBezTo>
                  <a:cubicBezTo>
                    <a:pt x="11839" y="170754"/>
                    <a:pt x="0" y="142172"/>
                    <a:pt x="0" y="112370"/>
                  </a:cubicBezTo>
                  <a:lnTo>
                    <a:pt x="0" y="112370"/>
                  </a:lnTo>
                  <a:cubicBezTo>
                    <a:pt x="0" y="82568"/>
                    <a:pt x="11839" y="53986"/>
                    <a:pt x="32912" y="32912"/>
                  </a:cubicBezTo>
                  <a:cubicBezTo>
                    <a:pt x="53986" y="11839"/>
                    <a:pt x="82568" y="0"/>
                    <a:pt x="112370" y="0"/>
                  </a:cubicBezTo>
                  <a:close/>
                </a:path>
              </a:pathLst>
            </a:custGeom>
            <a:solidFill>
              <a:srgbClr val="6495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811498" cy="281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394348" y="4043595"/>
            <a:ext cx="120937" cy="1517882"/>
            <a:chOff x="0" y="0"/>
            <a:chExt cx="35835" cy="4497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5835" cy="449771"/>
            </a:xfrm>
            <a:custGeom>
              <a:avLst/>
              <a:gdLst/>
              <a:ahLst/>
              <a:cxnLst/>
              <a:rect r="r" b="b" t="t" l="l"/>
              <a:pathLst>
                <a:path h="449771" w="35835">
                  <a:moveTo>
                    <a:pt x="17918" y="0"/>
                  </a:moveTo>
                  <a:lnTo>
                    <a:pt x="17918" y="0"/>
                  </a:lnTo>
                  <a:cubicBezTo>
                    <a:pt x="27813" y="0"/>
                    <a:pt x="35835" y="8022"/>
                    <a:pt x="35835" y="17918"/>
                  </a:cubicBezTo>
                  <a:lnTo>
                    <a:pt x="35835" y="431853"/>
                  </a:lnTo>
                  <a:cubicBezTo>
                    <a:pt x="35835" y="441749"/>
                    <a:pt x="27813" y="449771"/>
                    <a:pt x="17918" y="449771"/>
                  </a:cubicBezTo>
                  <a:lnTo>
                    <a:pt x="17918" y="449771"/>
                  </a:lnTo>
                  <a:cubicBezTo>
                    <a:pt x="8022" y="449771"/>
                    <a:pt x="0" y="441749"/>
                    <a:pt x="0" y="431853"/>
                  </a:cubicBezTo>
                  <a:lnTo>
                    <a:pt x="0" y="17918"/>
                  </a:lnTo>
                  <a:cubicBezTo>
                    <a:pt x="0" y="8022"/>
                    <a:pt x="8022" y="0"/>
                    <a:pt x="17918" y="0"/>
                  </a:cubicBezTo>
                  <a:close/>
                </a:path>
              </a:pathLst>
            </a:custGeom>
            <a:solidFill>
              <a:srgbClr val="6495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35835" cy="506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94348" y="1605398"/>
            <a:ext cx="120937" cy="1517882"/>
            <a:chOff x="0" y="0"/>
            <a:chExt cx="35835" cy="4497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835" cy="449771"/>
            </a:xfrm>
            <a:custGeom>
              <a:avLst/>
              <a:gdLst/>
              <a:ahLst/>
              <a:cxnLst/>
              <a:rect r="r" b="b" t="t" l="l"/>
              <a:pathLst>
                <a:path h="449771" w="35835">
                  <a:moveTo>
                    <a:pt x="17918" y="0"/>
                  </a:moveTo>
                  <a:lnTo>
                    <a:pt x="17918" y="0"/>
                  </a:lnTo>
                  <a:cubicBezTo>
                    <a:pt x="27813" y="0"/>
                    <a:pt x="35835" y="8022"/>
                    <a:pt x="35835" y="17918"/>
                  </a:cubicBezTo>
                  <a:lnTo>
                    <a:pt x="35835" y="431853"/>
                  </a:lnTo>
                  <a:cubicBezTo>
                    <a:pt x="35835" y="441749"/>
                    <a:pt x="27813" y="449771"/>
                    <a:pt x="17918" y="449771"/>
                  </a:cubicBezTo>
                  <a:lnTo>
                    <a:pt x="17918" y="449771"/>
                  </a:lnTo>
                  <a:cubicBezTo>
                    <a:pt x="8022" y="449771"/>
                    <a:pt x="0" y="441749"/>
                    <a:pt x="0" y="431853"/>
                  </a:cubicBezTo>
                  <a:lnTo>
                    <a:pt x="0" y="17918"/>
                  </a:lnTo>
                  <a:cubicBezTo>
                    <a:pt x="0" y="8022"/>
                    <a:pt x="8022" y="0"/>
                    <a:pt x="17918" y="0"/>
                  </a:cubicBezTo>
                  <a:close/>
                </a:path>
              </a:pathLst>
            </a:custGeom>
            <a:solidFill>
              <a:srgbClr val="6495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35835" cy="506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5139143" y="662986"/>
            <a:ext cx="2450753" cy="116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666"/>
              </a:lnSpc>
            </a:pPr>
            <a:r>
              <a:rPr lang="ar-EG" b="true" sz="3333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كي</a:t>
            </a:r>
            <a:r>
              <a:rPr lang="ar-EG" b="true" sz="3333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ف يعمل الجهاز</a:t>
            </a:r>
          </a:p>
          <a:p>
            <a:pPr algn="ctr" rtl="true">
              <a:lnSpc>
                <a:spcPts val="4666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2788794" y="2013935"/>
            <a:ext cx="4746427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690879" indent="-345439" lvl="1">
              <a:lnSpc>
                <a:spcPts val="4479"/>
              </a:lnSpc>
              <a:buAutoNum type="arabicPeriod" startAt="1"/>
            </a:pPr>
            <a:r>
              <a:rPr lang="ar-EG" b="true" sz="319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حس</a:t>
            </a:r>
            <a:r>
              <a:rPr lang="ar-EG" b="true" sz="319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اسات ضغط أسفل المريض</a:t>
            </a:r>
          </a:p>
          <a:p>
            <a:pPr algn="ctr" rtl="true">
              <a:lnSpc>
                <a:spcPts val="4479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7449554" y="4416572"/>
            <a:ext cx="3729633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619"/>
              </a:lnSpc>
            </a:pPr>
            <a:r>
              <a:rPr lang="en-US" b="true" sz="329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</a:rPr>
              <a:t>4</a:t>
            </a:r>
            <a:r>
              <a:rPr lang="ar-EG" b="true" sz="329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.جمع</a:t>
            </a:r>
            <a:r>
              <a:rPr lang="ar-EG" b="true" sz="329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 بيانات توزيع الضغط</a:t>
            </a:r>
          </a:p>
          <a:p>
            <a:pPr algn="ctr" rtl="true">
              <a:lnSpc>
                <a:spcPts val="461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7161312" y="1933511"/>
            <a:ext cx="3965377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479"/>
              </a:lnSpc>
            </a:pPr>
            <a:r>
              <a:rPr lang="en-US" b="true" sz="319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</a:rPr>
              <a:t>3</a:t>
            </a:r>
            <a:r>
              <a:rPr lang="ar-EG" b="true" sz="319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.</a:t>
            </a:r>
            <a:r>
              <a:rPr lang="ar-EG" b="true" sz="319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تحليل الأنماط باستخدام </a:t>
            </a:r>
            <a:r>
              <a:rPr lang="en-US" b="true" sz="319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</a:rPr>
              <a:t>Al</a:t>
            </a:r>
          </a:p>
          <a:p>
            <a:pPr algn="ctr" rtl="true">
              <a:lnSpc>
                <a:spcPts val="4479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2644131" y="3408394"/>
            <a:ext cx="4359618" cy="2712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4339"/>
              </a:lnSpc>
            </a:pPr>
            <a:r>
              <a:rPr lang="en-US" sz="3099" b="true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</a:rPr>
              <a:t>2</a:t>
            </a:r>
            <a:r>
              <a:rPr lang="ar-EG" b="true" sz="309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.تحديد و</a:t>
            </a:r>
            <a:r>
              <a:rPr lang="ar-EG" b="true" sz="309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ضعية المريض:</a:t>
            </a:r>
          </a:p>
          <a:p>
            <a:pPr algn="r" rtl="true" marL="669289" indent="-334645" lvl="1">
              <a:lnSpc>
                <a:spcPts val="4339"/>
              </a:lnSpc>
              <a:buFont typeface="Arial"/>
              <a:buChar char="•"/>
            </a:pPr>
            <a:r>
              <a:rPr lang="ar-EG" b="true" sz="309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 </a:t>
            </a:r>
            <a:r>
              <a:rPr lang="en-US" b="true" sz="309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</a:rPr>
              <a:t>Supine</a:t>
            </a:r>
          </a:p>
          <a:p>
            <a:pPr algn="r" rtl="true" marL="669289" indent="-334645" lvl="1">
              <a:lnSpc>
                <a:spcPts val="4339"/>
              </a:lnSpc>
              <a:buFont typeface="Arial"/>
              <a:buChar char="•"/>
            </a:pPr>
            <a:r>
              <a:rPr lang="ar-EG" b="true" sz="309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 </a:t>
            </a:r>
            <a:r>
              <a:rPr lang="ar-EG" b="true" sz="309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 </a:t>
            </a:r>
            <a:r>
              <a:rPr lang="en-US" b="true" sz="309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</a:rPr>
              <a:t>Left or Right</a:t>
            </a:r>
          </a:p>
          <a:p>
            <a:pPr algn="r" rtl="true" marL="669289" indent="-334645" lvl="1">
              <a:lnSpc>
                <a:spcPts val="4339"/>
              </a:lnSpc>
              <a:buFont typeface="Arial"/>
              <a:buChar char="•"/>
            </a:pPr>
            <a:r>
              <a:rPr lang="ar-EG" b="true" sz="309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 </a:t>
            </a:r>
            <a:r>
              <a:rPr lang="en-US" b="true" sz="309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</a:rPr>
              <a:t>Out of Bed</a:t>
            </a:r>
          </a:p>
          <a:p>
            <a:pPr algn="r" rtl="true">
              <a:lnSpc>
                <a:spcPts val="4339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718457" y="1933511"/>
            <a:ext cx="3966121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690879" indent="-345439" lvl="1">
              <a:lnSpc>
                <a:spcPts val="4479"/>
              </a:lnSpc>
              <a:buAutoNum type="arabicPeriod" startAt="1"/>
            </a:pPr>
            <a:r>
              <a:rPr lang="ar-EG" b="true" sz="319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إر</a:t>
            </a:r>
            <a:r>
              <a:rPr lang="ar-EG" b="true" sz="319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سال تنبيه عبر التطبيق</a:t>
            </a:r>
          </a:p>
          <a:p>
            <a:pPr algn="ctr" rtl="true">
              <a:lnSpc>
                <a:spcPts val="4479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888046" y="4504203"/>
            <a:ext cx="3627239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690879" indent="-345439" lvl="1">
              <a:lnSpc>
                <a:spcPts val="4479"/>
              </a:lnSpc>
              <a:buAutoNum type="arabicPeriod" startAt="1"/>
            </a:pPr>
            <a:r>
              <a:rPr lang="ar-EG" b="true" sz="319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اقتراح </a:t>
            </a:r>
            <a:r>
              <a:rPr lang="ar-EG" b="true" sz="319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إعادة الوضعية</a:t>
            </a:r>
          </a:p>
          <a:p>
            <a:pPr algn="ctr" rtl="true">
              <a:lnSpc>
                <a:spcPts val="447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05" t="0" r="-160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45340" y="-5726615"/>
            <a:ext cx="13188462" cy="10287000"/>
          </a:xfrm>
          <a:custGeom>
            <a:avLst/>
            <a:gdLst/>
            <a:ahLst/>
            <a:cxnLst/>
            <a:rect r="r" b="b" t="t" l="l"/>
            <a:pathLst>
              <a:path h="10287000" w="13188462">
                <a:moveTo>
                  <a:pt x="0" y="0"/>
                </a:moveTo>
                <a:lnTo>
                  <a:pt x="13188461" y="0"/>
                </a:lnTo>
                <a:lnTo>
                  <a:pt x="131884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045340" y="-4188562"/>
            <a:ext cx="22729222" cy="15319720"/>
            <a:chOff x="0" y="0"/>
            <a:chExt cx="5986297" cy="40348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986297" cy="4034823"/>
            </a:xfrm>
            <a:custGeom>
              <a:avLst/>
              <a:gdLst/>
              <a:ahLst/>
              <a:cxnLst/>
              <a:rect r="r" b="b" t="t" l="l"/>
              <a:pathLst>
                <a:path h="4034823" w="5986297">
                  <a:moveTo>
                    <a:pt x="9878" y="0"/>
                  </a:moveTo>
                  <a:lnTo>
                    <a:pt x="5976419" y="0"/>
                  </a:lnTo>
                  <a:cubicBezTo>
                    <a:pt x="5981874" y="0"/>
                    <a:pt x="5986297" y="4422"/>
                    <a:pt x="5986297" y="9878"/>
                  </a:cubicBezTo>
                  <a:lnTo>
                    <a:pt x="5986297" y="4024945"/>
                  </a:lnTo>
                  <a:cubicBezTo>
                    <a:pt x="5986297" y="4030401"/>
                    <a:pt x="5981874" y="4034823"/>
                    <a:pt x="5976419" y="4034823"/>
                  </a:cubicBezTo>
                  <a:lnTo>
                    <a:pt x="9878" y="4034823"/>
                  </a:lnTo>
                  <a:cubicBezTo>
                    <a:pt x="4422" y="4034823"/>
                    <a:pt x="0" y="4030401"/>
                    <a:pt x="0" y="4024945"/>
                  </a:cubicBezTo>
                  <a:lnTo>
                    <a:pt x="0" y="9878"/>
                  </a:lnTo>
                  <a:cubicBezTo>
                    <a:pt x="0" y="4422"/>
                    <a:pt x="4422" y="0"/>
                    <a:pt x="987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FDDFE">
                    <a:alpha val="85000"/>
                  </a:srgbClr>
                </a:gs>
                <a:gs pos="100000">
                  <a:srgbClr val="3971F5">
                    <a:alpha val="85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986297" cy="4091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137298" y="193978"/>
            <a:ext cx="11594782" cy="9899045"/>
          </a:xfrm>
          <a:custGeom>
            <a:avLst/>
            <a:gdLst/>
            <a:ahLst/>
            <a:cxnLst/>
            <a:rect r="r" b="b" t="t" l="l"/>
            <a:pathLst>
              <a:path h="9899045" w="11594782">
                <a:moveTo>
                  <a:pt x="0" y="0"/>
                </a:moveTo>
                <a:lnTo>
                  <a:pt x="11594781" y="0"/>
                </a:lnTo>
                <a:lnTo>
                  <a:pt x="11594781" y="9899044"/>
                </a:lnTo>
                <a:lnTo>
                  <a:pt x="0" y="98990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05" t="0" r="-160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45340" y="-5726615"/>
            <a:ext cx="13188462" cy="10287000"/>
          </a:xfrm>
          <a:custGeom>
            <a:avLst/>
            <a:gdLst/>
            <a:ahLst/>
            <a:cxnLst/>
            <a:rect r="r" b="b" t="t" l="l"/>
            <a:pathLst>
              <a:path h="10287000" w="13188462">
                <a:moveTo>
                  <a:pt x="0" y="0"/>
                </a:moveTo>
                <a:lnTo>
                  <a:pt x="13188461" y="0"/>
                </a:lnTo>
                <a:lnTo>
                  <a:pt x="131884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045340" y="-4188562"/>
            <a:ext cx="22729222" cy="15319720"/>
            <a:chOff x="0" y="0"/>
            <a:chExt cx="5986297" cy="40348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986297" cy="4034823"/>
            </a:xfrm>
            <a:custGeom>
              <a:avLst/>
              <a:gdLst/>
              <a:ahLst/>
              <a:cxnLst/>
              <a:rect r="r" b="b" t="t" l="l"/>
              <a:pathLst>
                <a:path h="4034823" w="5986297">
                  <a:moveTo>
                    <a:pt x="9878" y="0"/>
                  </a:moveTo>
                  <a:lnTo>
                    <a:pt x="5976419" y="0"/>
                  </a:lnTo>
                  <a:cubicBezTo>
                    <a:pt x="5981874" y="0"/>
                    <a:pt x="5986297" y="4422"/>
                    <a:pt x="5986297" y="9878"/>
                  </a:cubicBezTo>
                  <a:lnTo>
                    <a:pt x="5986297" y="4024945"/>
                  </a:lnTo>
                  <a:cubicBezTo>
                    <a:pt x="5986297" y="4030401"/>
                    <a:pt x="5981874" y="4034823"/>
                    <a:pt x="5976419" y="4034823"/>
                  </a:cubicBezTo>
                  <a:lnTo>
                    <a:pt x="9878" y="4034823"/>
                  </a:lnTo>
                  <a:cubicBezTo>
                    <a:pt x="4422" y="4034823"/>
                    <a:pt x="0" y="4030401"/>
                    <a:pt x="0" y="4024945"/>
                  </a:cubicBezTo>
                  <a:lnTo>
                    <a:pt x="0" y="9878"/>
                  </a:lnTo>
                  <a:cubicBezTo>
                    <a:pt x="0" y="4422"/>
                    <a:pt x="4422" y="0"/>
                    <a:pt x="987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FDDFE">
                    <a:alpha val="85000"/>
                  </a:srgbClr>
                </a:gs>
                <a:gs pos="100000">
                  <a:srgbClr val="3971F5">
                    <a:alpha val="85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986297" cy="4091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180978" y="201646"/>
            <a:ext cx="11926043" cy="9883708"/>
          </a:xfrm>
          <a:custGeom>
            <a:avLst/>
            <a:gdLst/>
            <a:ahLst/>
            <a:cxnLst/>
            <a:rect r="r" b="b" t="t" l="l"/>
            <a:pathLst>
              <a:path h="9883708" w="11926043">
                <a:moveTo>
                  <a:pt x="0" y="0"/>
                </a:moveTo>
                <a:lnTo>
                  <a:pt x="11926044" y="0"/>
                </a:lnTo>
                <a:lnTo>
                  <a:pt x="11926044" y="9883708"/>
                </a:lnTo>
                <a:lnTo>
                  <a:pt x="0" y="98837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05" t="0" r="-160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45340" y="-5726615"/>
            <a:ext cx="13188462" cy="10287000"/>
          </a:xfrm>
          <a:custGeom>
            <a:avLst/>
            <a:gdLst/>
            <a:ahLst/>
            <a:cxnLst/>
            <a:rect r="r" b="b" t="t" l="l"/>
            <a:pathLst>
              <a:path h="10287000" w="13188462">
                <a:moveTo>
                  <a:pt x="0" y="0"/>
                </a:moveTo>
                <a:lnTo>
                  <a:pt x="13188461" y="0"/>
                </a:lnTo>
                <a:lnTo>
                  <a:pt x="131884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045340" y="-4188562"/>
            <a:ext cx="22729222" cy="15319720"/>
            <a:chOff x="0" y="0"/>
            <a:chExt cx="5986297" cy="40348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986297" cy="4034823"/>
            </a:xfrm>
            <a:custGeom>
              <a:avLst/>
              <a:gdLst/>
              <a:ahLst/>
              <a:cxnLst/>
              <a:rect r="r" b="b" t="t" l="l"/>
              <a:pathLst>
                <a:path h="4034823" w="5986297">
                  <a:moveTo>
                    <a:pt x="9878" y="0"/>
                  </a:moveTo>
                  <a:lnTo>
                    <a:pt x="5976419" y="0"/>
                  </a:lnTo>
                  <a:cubicBezTo>
                    <a:pt x="5981874" y="0"/>
                    <a:pt x="5986297" y="4422"/>
                    <a:pt x="5986297" y="9878"/>
                  </a:cubicBezTo>
                  <a:lnTo>
                    <a:pt x="5986297" y="4024945"/>
                  </a:lnTo>
                  <a:cubicBezTo>
                    <a:pt x="5986297" y="4030401"/>
                    <a:pt x="5981874" y="4034823"/>
                    <a:pt x="5976419" y="4034823"/>
                  </a:cubicBezTo>
                  <a:lnTo>
                    <a:pt x="9878" y="4034823"/>
                  </a:lnTo>
                  <a:cubicBezTo>
                    <a:pt x="4422" y="4034823"/>
                    <a:pt x="0" y="4030401"/>
                    <a:pt x="0" y="4024945"/>
                  </a:cubicBezTo>
                  <a:lnTo>
                    <a:pt x="0" y="9878"/>
                  </a:lnTo>
                  <a:cubicBezTo>
                    <a:pt x="0" y="4422"/>
                    <a:pt x="4422" y="0"/>
                    <a:pt x="987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FDDFE">
                    <a:alpha val="85000"/>
                  </a:srgbClr>
                </a:gs>
                <a:gs pos="100000">
                  <a:srgbClr val="3971F5">
                    <a:alpha val="85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986297" cy="4091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035758" y="2069131"/>
            <a:ext cx="14216485" cy="6877225"/>
          </a:xfrm>
          <a:custGeom>
            <a:avLst/>
            <a:gdLst/>
            <a:ahLst/>
            <a:cxnLst/>
            <a:rect r="r" b="b" t="t" l="l"/>
            <a:pathLst>
              <a:path h="6877225" w="14216485">
                <a:moveTo>
                  <a:pt x="0" y="0"/>
                </a:moveTo>
                <a:lnTo>
                  <a:pt x="14216484" y="0"/>
                </a:lnTo>
                <a:lnTo>
                  <a:pt x="14216484" y="6877225"/>
                </a:lnTo>
                <a:lnTo>
                  <a:pt x="0" y="68772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CFDDF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8769334" y="575608"/>
            <a:ext cx="10998204" cy="8578599"/>
          </a:xfrm>
          <a:custGeom>
            <a:avLst/>
            <a:gdLst/>
            <a:ahLst/>
            <a:cxnLst/>
            <a:rect r="r" b="b" t="t" l="l"/>
            <a:pathLst>
              <a:path h="8578599" w="10998204">
                <a:moveTo>
                  <a:pt x="10998204" y="0"/>
                </a:moveTo>
                <a:lnTo>
                  <a:pt x="0" y="0"/>
                </a:lnTo>
                <a:lnTo>
                  <a:pt x="0" y="8578600"/>
                </a:lnTo>
                <a:lnTo>
                  <a:pt x="10998204" y="8578600"/>
                </a:lnTo>
                <a:lnTo>
                  <a:pt x="1099820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97074" y="2162552"/>
            <a:ext cx="1487013" cy="1487013"/>
          </a:xfrm>
          <a:custGeom>
            <a:avLst/>
            <a:gdLst/>
            <a:ahLst/>
            <a:cxnLst/>
            <a:rect r="r" b="b" t="t" l="l"/>
            <a:pathLst>
              <a:path h="1487013" w="1487013">
                <a:moveTo>
                  <a:pt x="0" y="0"/>
                </a:moveTo>
                <a:lnTo>
                  <a:pt x="1487013" y="0"/>
                </a:lnTo>
                <a:lnTo>
                  <a:pt x="1487013" y="1487013"/>
                </a:lnTo>
                <a:lnTo>
                  <a:pt x="0" y="14870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24131">
            <a:off x="14878659" y="3940974"/>
            <a:ext cx="2923842" cy="710158"/>
            <a:chOff x="0" y="0"/>
            <a:chExt cx="3272569" cy="7948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72569" cy="794858"/>
            </a:xfrm>
            <a:custGeom>
              <a:avLst/>
              <a:gdLst/>
              <a:ahLst/>
              <a:cxnLst/>
              <a:rect r="r" b="b" t="t" l="l"/>
              <a:pathLst>
                <a:path h="794858" w="3272569">
                  <a:moveTo>
                    <a:pt x="206864" y="0"/>
                  </a:moveTo>
                  <a:lnTo>
                    <a:pt x="3065705" y="0"/>
                  </a:lnTo>
                  <a:cubicBezTo>
                    <a:pt x="3120569" y="0"/>
                    <a:pt x="3173186" y="21795"/>
                    <a:pt x="3211980" y="60589"/>
                  </a:cubicBezTo>
                  <a:cubicBezTo>
                    <a:pt x="3250775" y="99384"/>
                    <a:pt x="3272569" y="152000"/>
                    <a:pt x="3272569" y="206864"/>
                  </a:cubicBezTo>
                  <a:lnTo>
                    <a:pt x="3272569" y="587994"/>
                  </a:lnTo>
                  <a:cubicBezTo>
                    <a:pt x="3272569" y="702242"/>
                    <a:pt x="3179953" y="794858"/>
                    <a:pt x="3065705" y="794858"/>
                  </a:cubicBezTo>
                  <a:lnTo>
                    <a:pt x="206864" y="794858"/>
                  </a:lnTo>
                  <a:cubicBezTo>
                    <a:pt x="92616" y="794858"/>
                    <a:pt x="0" y="702242"/>
                    <a:pt x="0" y="587994"/>
                  </a:cubicBezTo>
                  <a:lnTo>
                    <a:pt x="0" y="206864"/>
                  </a:lnTo>
                  <a:cubicBezTo>
                    <a:pt x="0" y="92616"/>
                    <a:pt x="92616" y="0"/>
                    <a:pt x="20686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971F5">
                    <a:alpha val="78000"/>
                  </a:srgbClr>
                </a:gs>
                <a:gs pos="100000">
                  <a:srgbClr val="1F4DBB">
                    <a:alpha val="78000"/>
                  </a:srgbClr>
                </a:gs>
              </a:gsLst>
              <a:lin ang="2700000"/>
            </a:gradFill>
            <a:ln w="19050" cap="rnd">
              <a:gradFill>
                <a:gsLst>
                  <a:gs pos="0">
                    <a:srgbClr val="3D74F6">
                      <a:alpha val="78000"/>
                    </a:srgbClr>
                  </a:gs>
                  <a:gs pos="50000">
                    <a:srgbClr val="CCDAFE">
                      <a:alpha val="78000"/>
                    </a:srgbClr>
                  </a:gs>
                  <a:gs pos="100000">
                    <a:srgbClr val="3D74F6">
                      <a:alpha val="78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3272569" cy="918683"/>
            </a:xfrm>
            <a:prstGeom prst="rect">
              <a:avLst/>
            </a:prstGeom>
          </p:spPr>
          <p:txBody>
            <a:bodyPr anchor="ctr" rtlCol="false" tIns="78226" lIns="78226" bIns="78226" rIns="78226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24131">
            <a:off x="5527085" y="3940974"/>
            <a:ext cx="2923842" cy="710158"/>
            <a:chOff x="0" y="0"/>
            <a:chExt cx="3272569" cy="7948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72569" cy="794858"/>
            </a:xfrm>
            <a:custGeom>
              <a:avLst/>
              <a:gdLst/>
              <a:ahLst/>
              <a:cxnLst/>
              <a:rect r="r" b="b" t="t" l="l"/>
              <a:pathLst>
                <a:path h="794858" w="3272569">
                  <a:moveTo>
                    <a:pt x="206864" y="0"/>
                  </a:moveTo>
                  <a:lnTo>
                    <a:pt x="3065705" y="0"/>
                  </a:lnTo>
                  <a:cubicBezTo>
                    <a:pt x="3120569" y="0"/>
                    <a:pt x="3173186" y="21795"/>
                    <a:pt x="3211980" y="60589"/>
                  </a:cubicBezTo>
                  <a:cubicBezTo>
                    <a:pt x="3250775" y="99384"/>
                    <a:pt x="3272569" y="152000"/>
                    <a:pt x="3272569" y="206864"/>
                  </a:cubicBezTo>
                  <a:lnTo>
                    <a:pt x="3272569" y="587994"/>
                  </a:lnTo>
                  <a:cubicBezTo>
                    <a:pt x="3272569" y="702242"/>
                    <a:pt x="3179953" y="794858"/>
                    <a:pt x="3065705" y="794858"/>
                  </a:cubicBezTo>
                  <a:lnTo>
                    <a:pt x="206864" y="794858"/>
                  </a:lnTo>
                  <a:cubicBezTo>
                    <a:pt x="92616" y="794858"/>
                    <a:pt x="0" y="702242"/>
                    <a:pt x="0" y="587994"/>
                  </a:cubicBezTo>
                  <a:lnTo>
                    <a:pt x="0" y="206864"/>
                  </a:lnTo>
                  <a:cubicBezTo>
                    <a:pt x="0" y="92616"/>
                    <a:pt x="92616" y="0"/>
                    <a:pt x="20686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971F5">
                    <a:alpha val="78000"/>
                  </a:srgbClr>
                </a:gs>
                <a:gs pos="100000">
                  <a:srgbClr val="1F4DBB">
                    <a:alpha val="78000"/>
                  </a:srgbClr>
                </a:gs>
              </a:gsLst>
              <a:lin ang="2700000"/>
            </a:gradFill>
            <a:ln w="19050" cap="rnd">
              <a:gradFill>
                <a:gsLst>
                  <a:gs pos="0">
                    <a:srgbClr val="3D74F6">
                      <a:alpha val="78000"/>
                    </a:srgbClr>
                  </a:gs>
                  <a:gs pos="50000">
                    <a:srgbClr val="CCDAFE">
                      <a:alpha val="78000"/>
                    </a:srgbClr>
                  </a:gs>
                  <a:gs pos="100000">
                    <a:srgbClr val="3D74F6">
                      <a:alpha val="78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3272569" cy="918683"/>
            </a:xfrm>
            <a:prstGeom prst="rect">
              <a:avLst/>
            </a:prstGeom>
          </p:spPr>
          <p:txBody>
            <a:bodyPr anchor="ctr" rtlCol="false" tIns="78226" lIns="78226" bIns="78226" rIns="78226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4131">
            <a:off x="1031156" y="3940974"/>
            <a:ext cx="2923842" cy="710158"/>
            <a:chOff x="0" y="0"/>
            <a:chExt cx="3272569" cy="7948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72569" cy="794858"/>
            </a:xfrm>
            <a:custGeom>
              <a:avLst/>
              <a:gdLst/>
              <a:ahLst/>
              <a:cxnLst/>
              <a:rect r="r" b="b" t="t" l="l"/>
              <a:pathLst>
                <a:path h="794858" w="3272569">
                  <a:moveTo>
                    <a:pt x="206864" y="0"/>
                  </a:moveTo>
                  <a:lnTo>
                    <a:pt x="3065705" y="0"/>
                  </a:lnTo>
                  <a:cubicBezTo>
                    <a:pt x="3120569" y="0"/>
                    <a:pt x="3173186" y="21795"/>
                    <a:pt x="3211980" y="60589"/>
                  </a:cubicBezTo>
                  <a:cubicBezTo>
                    <a:pt x="3250775" y="99384"/>
                    <a:pt x="3272569" y="152000"/>
                    <a:pt x="3272569" y="206864"/>
                  </a:cubicBezTo>
                  <a:lnTo>
                    <a:pt x="3272569" y="587994"/>
                  </a:lnTo>
                  <a:cubicBezTo>
                    <a:pt x="3272569" y="702242"/>
                    <a:pt x="3179953" y="794858"/>
                    <a:pt x="3065705" y="794858"/>
                  </a:cubicBezTo>
                  <a:lnTo>
                    <a:pt x="206864" y="794858"/>
                  </a:lnTo>
                  <a:cubicBezTo>
                    <a:pt x="92616" y="794858"/>
                    <a:pt x="0" y="702242"/>
                    <a:pt x="0" y="587994"/>
                  </a:cubicBezTo>
                  <a:lnTo>
                    <a:pt x="0" y="206864"/>
                  </a:lnTo>
                  <a:cubicBezTo>
                    <a:pt x="0" y="92616"/>
                    <a:pt x="92616" y="0"/>
                    <a:pt x="20686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971F5">
                    <a:alpha val="78000"/>
                  </a:srgbClr>
                </a:gs>
                <a:gs pos="100000">
                  <a:srgbClr val="1F4DBB">
                    <a:alpha val="78000"/>
                  </a:srgbClr>
                </a:gs>
              </a:gsLst>
              <a:lin ang="2700000"/>
            </a:gradFill>
            <a:ln w="19050" cap="rnd">
              <a:gradFill>
                <a:gsLst>
                  <a:gs pos="0">
                    <a:srgbClr val="3D74F6">
                      <a:alpha val="78000"/>
                    </a:srgbClr>
                  </a:gs>
                  <a:gs pos="50000">
                    <a:srgbClr val="CCDAFE">
                      <a:alpha val="78000"/>
                    </a:srgbClr>
                  </a:gs>
                  <a:gs pos="100000">
                    <a:srgbClr val="3D74F6">
                      <a:alpha val="78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3272569" cy="918683"/>
            </a:xfrm>
            <a:prstGeom prst="rect">
              <a:avLst/>
            </a:prstGeom>
          </p:spPr>
          <p:txBody>
            <a:bodyPr anchor="ctr" rtlCol="false" tIns="78226" lIns="78226" bIns="78226" rIns="78226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24131">
            <a:off x="14878659" y="7736329"/>
            <a:ext cx="2923842" cy="710158"/>
            <a:chOff x="0" y="0"/>
            <a:chExt cx="3272569" cy="7948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72569" cy="794858"/>
            </a:xfrm>
            <a:custGeom>
              <a:avLst/>
              <a:gdLst/>
              <a:ahLst/>
              <a:cxnLst/>
              <a:rect r="r" b="b" t="t" l="l"/>
              <a:pathLst>
                <a:path h="794858" w="3272569">
                  <a:moveTo>
                    <a:pt x="206864" y="0"/>
                  </a:moveTo>
                  <a:lnTo>
                    <a:pt x="3065705" y="0"/>
                  </a:lnTo>
                  <a:cubicBezTo>
                    <a:pt x="3120569" y="0"/>
                    <a:pt x="3173186" y="21795"/>
                    <a:pt x="3211980" y="60589"/>
                  </a:cubicBezTo>
                  <a:cubicBezTo>
                    <a:pt x="3250775" y="99384"/>
                    <a:pt x="3272569" y="152000"/>
                    <a:pt x="3272569" y="206864"/>
                  </a:cubicBezTo>
                  <a:lnTo>
                    <a:pt x="3272569" y="587994"/>
                  </a:lnTo>
                  <a:cubicBezTo>
                    <a:pt x="3272569" y="702242"/>
                    <a:pt x="3179953" y="794858"/>
                    <a:pt x="3065705" y="794858"/>
                  </a:cubicBezTo>
                  <a:lnTo>
                    <a:pt x="206864" y="794858"/>
                  </a:lnTo>
                  <a:cubicBezTo>
                    <a:pt x="92616" y="794858"/>
                    <a:pt x="0" y="702242"/>
                    <a:pt x="0" y="587994"/>
                  </a:cubicBezTo>
                  <a:lnTo>
                    <a:pt x="0" y="206864"/>
                  </a:lnTo>
                  <a:cubicBezTo>
                    <a:pt x="0" y="92616"/>
                    <a:pt x="92616" y="0"/>
                    <a:pt x="20686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971F5">
                    <a:alpha val="78000"/>
                  </a:srgbClr>
                </a:gs>
                <a:gs pos="100000">
                  <a:srgbClr val="1F4DBB">
                    <a:alpha val="78000"/>
                  </a:srgbClr>
                </a:gs>
              </a:gsLst>
              <a:lin ang="2700000"/>
            </a:gradFill>
            <a:ln w="19050" cap="rnd">
              <a:gradFill>
                <a:gsLst>
                  <a:gs pos="0">
                    <a:srgbClr val="3D74F6">
                      <a:alpha val="78000"/>
                    </a:srgbClr>
                  </a:gs>
                  <a:gs pos="50000">
                    <a:srgbClr val="CCDAFE">
                      <a:alpha val="78000"/>
                    </a:srgbClr>
                  </a:gs>
                  <a:gs pos="100000">
                    <a:srgbClr val="3D74F6">
                      <a:alpha val="78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23825"/>
              <a:ext cx="3272569" cy="918683"/>
            </a:xfrm>
            <a:prstGeom prst="rect">
              <a:avLst/>
            </a:prstGeom>
          </p:spPr>
          <p:txBody>
            <a:bodyPr anchor="ctr" rtlCol="false" tIns="78226" lIns="78226" bIns="78226" rIns="78226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24131">
            <a:off x="10201210" y="3940974"/>
            <a:ext cx="2923842" cy="710158"/>
            <a:chOff x="0" y="0"/>
            <a:chExt cx="3272569" cy="7948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272569" cy="794858"/>
            </a:xfrm>
            <a:custGeom>
              <a:avLst/>
              <a:gdLst/>
              <a:ahLst/>
              <a:cxnLst/>
              <a:rect r="r" b="b" t="t" l="l"/>
              <a:pathLst>
                <a:path h="794858" w="3272569">
                  <a:moveTo>
                    <a:pt x="206864" y="0"/>
                  </a:moveTo>
                  <a:lnTo>
                    <a:pt x="3065705" y="0"/>
                  </a:lnTo>
                  <a:cubicBezTo>
                    <a:pt x="3120569" y="0"/>
                    <a:pt x="3173186" y="21795"/>
                    <a:pt x="3211980" y="60589"/>
                  </a:cubicBezTo>
                  <a:cubicBezTo>
                    <a:pt x="3250775" y="99384"/>
                    <a:pt x="3272569" y="152000"/>
                    <a:pt x="3272569" y="206864"/>
                  </a:cubicBezTo>
                  <a:lnTo>
                    <a:pt x="3272569" y="587994"/>
                  </a:lnTo>
                  <a:cubicBezTo>
                    <a:pt x="3272569" y="702242"/>
                    <a:pt x="3179953" y="794858"/>
                    <a:pt x="3065705" y="794858"/>
                  </a:cubicBezTo>
                  <a:lnTo>
                    <a:pt x="206864" y="794858"/>
                  </a:lnTo>
                  <a:cubicBezTo>
                    <a:pt x="92616" y="794858"/>
                    <a:pt x="0" y="702242"/>
                    <a:pt x="0" y="587994"/>
                  </a:cubicBezTo>
                  <a:lnTo>
                    <a:pt x="0" y="206864"/>
                  </a:lnTo>
                  <a:cubicBezTo>
                    <a:pt x="0" y="92616"/>
                    <a:pt x="92616" y="0"/>
                    <a:pt x="20686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971F5">
                    <a:alpha val="78000"/>
                  </a:srgbClr>
                </a:gs>
                <a:gs pos="100000">
                  <a:srgbClr val="1F4DBB">
                    <a:alpha val="78000"/>
                  </a:srgbClr>
                </a:gs>
              </a:gsLst>
              <a:lin ang="2700000"/>
            </a:gradFill>
            <a:ln w="19050" cap="rnd">
              <a:gradFill>
                <a:gsLst>
                  <a:gs pos="0">
                    <a:srgbClr val="3D74F6">
                      <a:alpha val="78000"/>
                    </a:srgbClr>
                  </a:gs>
                  <a:gs pos="50000">
                    <a:srgbClr val="CCDAFE">
                      <a:alpha val="78000"/>
                    </a:srgbClr>
                  </a:gs>
                  <a:gs pos="100000">
                    <a:srgbClr val="3D74F6">
                      <a:alpha val="78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23825"/>
              <a:ext cx="3272569" cy="918683"/>
            </a:xfrm>
            <a:prstGeom prst="rect">
              <a:avLst/>
            </a:prstGeom>
          </p:spPr>
          <p:txBody>
            <a:bodyPr anchor="ctr" rtlCol="false" tIns="78226" lIns="78226" bIns="78226" rIns="78226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24131">
            <a:off x="10201210" y="7736329"/>
            <a:ext cx="2923842" cy="710158"/>
            <a:chOff x="0" y="0"/>
            <a:chExt cx="3272569" cy="79485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272569" cy="794858"/>
            </a:xfrm>
            <a:custGeom>
              <a:avLst/>
              <a:gdLst/>
              <a:ahLst/>
              <a:cxnLst/>
              <a:rect r="r" b="b" t="t" l="l"/>
              <a:pathLst>
                <a:path h="794858" w="3272569">
                  <a:moveTo>
                    <a:pt x="206864" y="0"/>
                  </a:moveTo>
                  <a:lnTo>
                    <a:pt x="3065705" y="0"/>
                  </a:lnTo>
                  <a:cubicBezTo>
                    <a:pt x="3120569" y="0"/>
                    <a:pt x="3173186" y="21795"/>
                    <a:pt x="3211980" y="60589"/>
                  </a:cubicBezTo>
                  <a:cubicBezTo>
                    <a:pt x="3250775" y="99384"/>
                    <a:pt x="3272569" y="152000"/>
                    <a:pt x="3272569" y="206864"/>
                  </a:cubicBezTo>
                  <a:lnTo>
                    <a:pt x="3272569" y="587994"/>
                  </a:lnTo>
                  <a:cubicBezTo>
                    <a:pt x="3272569" y="702242"/>
                    <a:pt x="3179953" y="794858"/>
                    <a:pt x="3065705" y="794858"/>
                  </a:cubicBezTo>
                  <a:lnTo>
                    <a:pt x="206864" y="794858"/>
                  </a:lnTo>
                  <a:cubicBezTo>
                    <a:pt x="92616" y="794858"/>
                    <a:pt x="0" y="702242"/>
                    <a:pt x="0" y="587994"/>
                  </a:cubicBezTo>
                  <a:lnTo>
                    <a:pt x="0" y="206864"/>
                  </a:lnTo>
                  <a:cubicBezTo>
                    <a:pt x="0" y="92616"/>
                    <a:pt x="92616" y="0"/>
                    <a:pt x="20686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971F5">
                    <a:alpha val="78000"/>
                  </a:srgbClr>
                </a:gs>
                <a:gs pos="100000">
                  <a:srgbClr val="1F4DBB">
                    <a:alpha val="78000"/>
                  </a:srgbClr>
                </a:gs>
              </a:gsLst>
              <a:lin ang="2700000"/>
            </a:gradFill>
            <a:ln w="19050" cap="rnd">
              <a:gradFill>
                <a:gsLst>
                  <a:gs pos="0">
                    <a:srgbClr val="3D74F6">
                      <a:alpha val="78000"/>
                    </a:srgbClr>
                  </a:gs>
                  <a:gs pos="50000">
                    <a:srgbClr val="CCDAFE">
                      <a:alpha val="78000"/>
                    </a:srgbClr>
                  </a:gs>
                  <a:gs pos="100000">
                    <a:srgbClr val="3D74F6">
                      <a:alpha val="78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23825"/>
              <a:ext cx="3272569" cy="918683"/>
            </a:xfrm>
            <a:prstGeom prst="rect">
              <a:avLst/>
            </a:prstGeom>
          </p:spPr>
          <p:txBody>
            <a:bodyPr anchor="ctr" rtlCol="false" tIns="78226" lIns="78226" bIns="78226" rIns="78226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24131">
            <a:off x="5527085" y="7736329"/>
            <a:ext cx="2923842" cy="710158"/>
            <a:chOff x="0" y="0"/>
            <a:chExt cx="3272569" cy="79485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72569" cy="794858"/>
            </a:xfrm>
            <a:custGeom>
              <a:avLst/>
              <a:gdLst/>
              <a:ahLst/>
              <a:cxnLst/>
              <a:rect r="r" b="b" t="t" l="l"/>
              <a:pathLst>
                <a:path h="794858" w="3272569">
                  <a:moveTo>
                    <a:pt x="206864" y="0"/>
                  </a:moveTo>
                  <a:lnTo>
                    <a:pt x="3065705" y="0"/>
                  </a:lnTo>
                  <a:cubicBezTo>
                    <a:pt x="3120569" y="0"/>
                    <a:pt x="3173186" y="21795"/>
                    <a:pt x="3211980" y="60589"/>
                  </a:cubicBezTo>
                  <a:cubicBezTo>
                    <a:pt x="3250775" y="99384"/>
                    <a:pt x="3272569" y="152000"/>
                    <a:pt x="3272569" y="206864"/>
                  </a:cubicBezTo>
                  <a:lnTo>
                    <a:pt x="3272569" y="587994"/>
                  </a:lnTo>
                  <a:cubicBezTo>
                    <a:pt x="3272569" y="702242"/>
                    <a:pt x="3179953" y="794858"/>
                    <a:pt x="3065705" y="794858"/>
                  </a:cubicBezTo>
                  <a:lnTo>
                    <a:pt x="206864" y="794858"/>
                  </a:lnTo>
                  <a:cubicBezTo>
                    <a:pt x="92616" y="794858"/>
                    <a:pt x="0" y="702242"/>
                    <a:pt x="0" y="587994"/>
                  </a:cubicBezTo>
                  <a:lnTo>
                    <a:pt x="0" y="206864"/>
                  </a:lnTo>
                  <a:cubicBezTo>
                    <a:pt x="0" y="92616"/>
                    <a:pt x="92616" y="0"/>
                    <a:pt x="20686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971F5">
                    <a:alpha val="78000"/>
                  </a:srgbClr>
                </a:gs>
                <a:gs pos="100000">
                  <a:srgbClr val="1F4DBB">
                    <a:alpha val="78000"/>
                  </a:srgbClr>
                </a:gs>
              </a:gsLst>
              <a:lin ang="2700000"/>
            </a:gradFill>
            <a:ln w="19050" cap="rnd">
              <a:gradFill>
                <a:gsLst>
                  <a:gs pos="0">
                    <a:srgbClr val="3D74F6">
                      <a:alpha val="78000"/>
                    </a:srgbClr>
                  </a:gs>
                  <a:gs pos="50000">
                    <a:srgbClr val="CCDAFE">
                      <a:alpha val="78000"/>
                    </a:srgbClr>
                  </a:gs>
                  <a:gs pos="100000">
                    <a:srgbClr val="3D74F6">
                      <a:alpha val="78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123825"/>
              <a:ext cx="3272569" cy="918683"/>
            </a:xfrm>
            <a:prstGeom prst="rect">
              <a:avLst/>
            </a:prstGeom>
          </p:spPr>
          <p:txBody>
            <a:bodyPr anchor="ctr" rtlCol="false" tIns="78226" lIns="78226" bIns="78226" rIns="78226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5975638" y="6052640"/>
            <a:ext cx="1108448" cy="1313893"/>
          </a:xfrm>
          <a:custGeom>
            <a:avLst/>
            <a:gdLst/>
            <a:ahLst/>
            <a:cxnLst/>
            <a:rect r="r" b="b" t="t" l="l"/>
            <a:pathLst>
              <a:path h="1313893" w="1108448">
                <a:moveTo>
                  <a:pt x="0" y="0"/>
                </a:moveTo>
                <a:lnTo>
                  <a:pt x="1108449" y="0"/>
                </a:lnTo>
                <a:lnTo>
                  <a:pt x="1108449" y="1313893"/>
                </a:lnTo>
                <a:lnTo>
                  <a:pt x="0" y="13138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24131">
            <a:off x="1031156" y="7736329"/>
            <a:ext cx="2923842" cy="710158"/>
            <a:chOff x="0" y="0"/>
            <a:chExt cx="3272569" cy="79485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72569" cy="794858"/>
            </a:xfrm>
            <a:custGeom>
              <a:avLst/>
              <a:gdLst/>
              <a:ahLst/>
              <a:cxnLst/>
              <a:rect r="r" b="b" t="t" l="l"/>
              <a:pathLst>
                <a:path h="794858" w="3272569">
                  <a:moveTo>
                    <a:pt x="206864" y="0"/>
                  </a:moveTo>
                  <a:lnTo>
                    <a:pt x="3065705" y="0"/>
                  </a:lnTo>
                  <a:cubicBezTo>
                    <a:pt x="3120569" y="0"/>
                    <a:pt x="3173186" y="21795"/>
                    <a:pt x="3211980" y="60589"/>
                  </a:cubicBezTo>
                  <a:cubicBezTo>
                    <a:pt x="3250775" y="99384"/>
                    <a:pt x="3272569" y="152000"/>
                    <a:pt x="3272569" y="206864"/>
                  </a:cubicBezTo>
                  <a:lnTo>
                    <a:pt x="3272569" y="587994"/>
                  </a:lnTo>
                  <a:cubicBezTo>
                    <a:pt x="3272569" y="702242"/>
                    <a:pt x="3179953" y="794858"/>
                    <a:pt x="3065705" y="794858"/>
                  </a:cubicBezTo>
                  <a:lnTo>
                    <a:pt x="206864" y="794858"/>
                  </a:lnTo>
                  <a:cubicBezTo>
                    <a:pt x="92616" y="794858"/>
                    <a:pt x="0" y="702242"/>
                    <a:pt x="0" y="587994"/>
                  </a:cubicBezTo>
                  <a:lnTo>
                    <a:pt x="0" y="206864"/>
                  </a:lnTo>
                  <a:cubicBezTo>
                    <a:pt x="0" y="92616"/>
                    <a:pt x="92616" y="0"/>
                    <a:pt x="20686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971F5">
                    <a:alpha val="78000"/>
                  </a:srgbClr>
                </a:gs>
                <a:gs pos="100000">
                  <a:srgbClr val="1F4DBB">
                    <a:alpha val="78000"/>
                  </a:srgbClr>
                </a:gs>
              </a:gsLst>
              <a:lin ang="2700000"/>
            </a:gradFill>
            <a:ln w="19050" cap="rnd">
              <a:gradFill>
                <a:gsLst>
                  <a:gs pos="0">
                    <a:srgbClr val="3D74F6">
                      <a:alpha val="78000"/>
                    </a:srgbClr>
                  </a:gs>
                  <a:gs pos="50000">
                    <a:srgbClr val="CCDAFE">
                      <a:alpha val="78000"/>
                    </a:srgbClr>
                  </a:gs>
                  <a:gs pos="100000">
                    <a:srgbClr val="3D74F6">
                      <a:alpha val="78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123825"/>
              <a:ext cx="3272569" cy="918683"/>
            </a:xfrm>
            <a:prstGeom prst="rect">
              <a:avLst/>
            </a:prstGeom>
          </p:spPr>
          <p:txBody>
            <a:bodyPr anchor="ctr" rtlCol="false" tIns="78226" lIns="78226" bIns="78226" rIns="78226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0883385" y="6193816"/>
            <a:ext cx="1559492" cy="1356552"/>
          </a:xfrm>
          <a:custGeom>
            <a:avLst/>
            <a:gdLst/>
            <a:ahLst/>
            <a:cxnLst/>
            <a:rect r="r" b="b" t="t" l="l"/>
            <a:pathLst>
              <a:path h="1356552" w="1559492">
                <a:moveTo>
                  <a:pt x="0" y="0"/>
                </a:moveTo>
                <a:lnTo>
                  <a:pt x="1559491" y="0"/>
                </a:lnTo>
                <a:lnTo>
                  <a:pt x="1559491" y="1356552"/>
                </a:lnTo>
                <a:lnTo>
                  <a:pt x="0" y="13565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6403942" y="2479437"/>
            <a:ext cx="1170128" cy="1170128"/>
          </a:xfrm>
          <a:custGeom>
            <a:avLst/>
            <a:gdLst/>
            <a:ahLst/>
            <a:cxnLst/>
            <a:rect r="r" b="b" t="t" l="l"/>
            <a:pathLst>
              <a:path h="1170128" w="1170128">
                <a:moveTo>
                  <a:pt x="0" y="0"/>
                </a:moveTo>
                <a:lnTo>
                  <a:pt x="1170128" y="0"/>
                </a:lnTo>
                <a:lnTo>
                  <a:pt x="1170128" y="1170128"/>
                </a:lnTo>
                <a:lnTo>
                  <a:pt x="0" y="11701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403942" y="6542103"/>
            <a:ext cx="1168161" cy="919661"/>
          </a:xfrm>
          <a:custGeom>
            <a:avLst/>
            <a:gdLst/>
            <a:ahLst/>
            <a:cxnLst/>
            <a:rect r="r" b="b" t="t" l="l"/>
            <a:pathLst>
              <a:path h="919661" w="1168161">
                <a:moveTo>
                  <a:pt x="0" y="0"/>
                </a:moveTo>
                <a:lnTo>
                  <a:pt x="1168161" y="0"/>
                </a:lnTo>
                <a:lnTo>
                  <a:pt x="1168161" y="919662"/>
                </a:lnTo>
                <a:lnTo>
                  <a:pt x="0" y="9196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903698" y="2319309"/>
            <a:ext cx="1178758" cy="1490384"/>
          </a:xfrm>
          <a:custGeom>
            <a:avLst/>
            <a:gdLst/>
            <a:ahLst/>
            <a:cxnLst/>
            <a:rect r="r" b="b" t="t" l="l"/>
            <a:pathLst>
              <a:path h="1490384" w="1178758">
                <a:moveTo>
                  <a:pt x="0" y="0"/>
                </a:moveTo>
                <a:lnTo>
                  <a:pt x="1178759" y="0"/>
                </a:lnTo>
                <a:lnTo>
                  <a:pt x="1178759" y="1490384"/>
                </a:lnTo>
                <a:lnTo>
                  <a:pt x="0" y="149038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723814" y="6313577"/>
            <a:ext cx="1236791" cy="1236791"/>
          </a:xfrm>
          <a:custGeom>
            <a:avLst/>
            <a:gdLst/>
            <a:ahLst/>
            <a:cxnLst/>
            <a:rect r="r" b="b" t="t" l="l"/>
            <a:pathLst>
              <a:path h="1236791" w="1236791">
                <a:moveTo>
                  <a:pt x="0" y="0"/>
                </a:moveTo>
                <a:lnTo>
                  <a:pt x="1236791" y="0"/>
                </a:lnTo>
                <a:lnTo>
                  <a:pt x="1236791" y="1236791"/>
                </a:lnTo>
                <a:lnTo>
                  <a:pt x="0" y="123679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1066737" y="2319309"/>
            <a:ext cx="1192787" cy="1490384"/>
          </a:xfrm>
          <a:custGeom>
            <a:avLst/>
            <a:gdLst/>
            <a:ahLst/>
            <a:cxnLst/>
            <a:rect r="r" b="b" t="t" l="l"/>
            <a:pathLst>
              <a:path h="1490384" w="1192787">
                <a:moveTo>
                  <a:pt x="0" y="0"/>
                </a:moveTo>
                <a:lnTo>
                  <a:pt x="1192787" y="0"/>
                </a:lnTo>
                <a:lnTo>
                  <a:pt x="1192787" y="1490384"/>
                </a:lnTo>
                <a:lnTo>
                  <a:pt x="0" y="149038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135154" t="-32898" r="-139694" b="-66601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4791425" y="451783"/>
            <a:ext cx="8922865" cy="103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8327"/>
              </a:lnSpc>
              <a:spcBef>
                <a:spcPct val="0"/>
              </a:spcBef>
            </a:pPr>
            <a:r>
              <a:rPr lang="ar-EG" b="true" sz="5948">
                <a:solidFill>
                  <a:srgbClr val="6495FF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الميزات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204841" y="4022358"/>
            <a:ext cx="2650043" cy="106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655864" indent="-327932" lvl="1">
              <a:lnSpc>
                <a:spcPts val="4252"/>
              </a:lnSpc>
              <a:buFont typeface="Arial"/>
              <a:buChar char="•"/>
            </a:pPr>
            <a:r>
              <a:rPr lang="ar-EG" sz="3037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  <a:rtl val="true"/>
              </a:rPr>
              <a:t>م</a:t>
            </a:r>
            <a:r>
              <a:rPr lang="ar-EG" sz="3037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  <a:rtl val="true"/>
              </a:rPr>
              <a:t>نخفض التكلفة</a:t>
            </a:r>
          </a:p>
          <a:p>
            <a:pPr algn="ctr" rtl="true">
              <a:lnSpc>
                <a:spcPts val="4252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5031233" y="7835270"/>
            <a:ext cx="2981627" cy="911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562937" indent="-281469" lvl="1">
              <a:lnSpc>
                <a:spcPts val="3650"/>
              </a:lnSpc>
              <a:buFont typeface="Arial"/>
              <a:buChar char="•"/>
            </a:pPr>
            <a:r>
              <a:rPr lang="ar-EG" sz="2607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  <a:rtl val="true"/>
              </a:rPr>
              <a:t>مر</a:t>
            </a:r>
            <a:r>
              <a:rPr lang="ar-EG" sz="2607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  <a:rtl val="true"/>
              </a:rPr>
              <a:t>اقبة مستمرة </a:t>
            </a:r>
            <a:r>
              <a:rPr lang="en-US" sz="2607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</a:rPr>
              <a:t>24/7</a:t>
            </a:r>
          </a:p>
          <a:p>
            <a:pPr algn="ctr" rtl="true">
              <a:lnSpc>
                <a:spcPts val="3650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10426899" y="4022358"/>
            <a:ext cx="2804426" cy="106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655864" indent="-327932" lvl="1">
              <a:lnSpc>
                <a:spcPts val="4252"/>
              </a:lnSpc>
              <a:buFont typeface="Arial"/>
              <a:buChar char="•"/>
            </a:pPr>
            <a:r>
              <a:rPr lang="ar-EG" sz="3037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  <a:rtl val="true"/>
              </a:rPr>
              <a:t>سهل</a:t>
            </a:r>
            <a:r>
              <a:rPr lang="ar-EG" sz="3037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  <a:rtl val="true"/>
              </a:rPr>
              <a:t> الاستخدام</a:t>
            </a:r>
          </a:p>
          <a:p>
            <a:pPr algn="ctr" rtl="true">
              <a:lnSpc>
                <a:spcPts val="4252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10294994" y="7977473"/>
            <a:ext cx="2832514" cy="645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400605" indent="-200303" lvl="1">
              <a:lnSpc>
                <a:spcPts val="2597"/>
              </a:lnSpc>
              <a:buFont typeface="Arial"/>
              <a:buChar char="•"/>
            </a:pPr>
            <a:r>
              <a:rPr lang="ar-EG" sz="1855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  <a:rtl val="true"/>
              </a:rPr>
              <a:t>﻿من</a:t>
            </a:r>
            <a:r>
              <a:rPr lang="ar-EG" sz="1855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  <a:rtl val="true"/>
              </a:rPr>
              <a:t>اسب للمستشفيات والمنازل</a:t>
            </a:r>
          </a:p>
          <a:p>
            <a:pPr algn="ctr" rtl="true">
              <a:lnSpc>
                <a:spcPts val="2597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5813925" y="3978176"/>
            <a:ext cx="2528358" cy="1106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678705" indent="-339352" lvl="1">
              <a:lnSpc>
                <a:spcPts val="4401"/>
              </a:lnSpc>
              <a:buFont typeface="Arial"/>
              <a:buChar char="•"/>
            </a:pPr>
            <a:r>
              <a:rPr lang="ar-EG" sz="3143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  <a:rtl val="true"/>
              </a:rPr>
              <a:t>تنبيهات فورية</a:t>
            </a:r>
          </a:p>
          <a:p>
            <a:pPr algn="ctr" rtl="true">
              <a:lnSpc>
                <a:spcPts val="4401"/>
              </a:lnSpc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5798141" y="7795140"/>
            <a:ext cx="2379762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</a:pPr>
            <a:r>
              <a:rPr lang="ar-EG" sz="3399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  <a:rtl val="true"/>
              </a:rPr>
              <a:t>. لا </a:t>
            </a:r>
            <a:r>
              <a:rPr lang="ar-EG" sz="3399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  <a:rtl val="true"/>
              </a:rPr>
              <a:t>يزعج المريض</a:t>
            </a:r>
          </a:p>
          <a:p>
            <a:pPr algn="ctr" rtl="true">
              <a:lnSpc>
                <a:spcPts val="4759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1155172" y="4028678"/>
            <a:ext cx="2651151" cy="87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491"/>
              </a:lnSpc>
            </a:pPr>
            <a:r>
              <a:rPr lang="ar-EG" sz="2493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  <a:rtl val="true"/>
              </a:rPr>
              <a:t>يدعم الط</a:t>
            </a:r>
            <a:r>
              <a:rPr lang="ar-EG" sz="2493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  <a:rtl val="true"/>
              </a:rPr>
              <a:t>اقة المستدامة.</a:t>
            </a:r>
          </a:p>
          <a:p>
            <a:pPr algn="ctr" rtl="true">
              <a:lnSpc>
                <a:spcPts val="3491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1581886" y="7795140"/>
            <a:ext cx="1991469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</a:pPr>
            <a:r>
              <a:rPr lang="ar-EG" sz="3399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  <a:rtl val="true"/>
              </a:rPr>
              <a:t>• ق</a:t>
            </a:r>
            <a:r>
              <a:rPr lang="ar-EG" sz="3399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  <a:rtl val="true"/>
              </a:rPr>
              <a:t>ابل للتطوير</a:t>
            </a:r>
          </a:p>
          <a:p>
            <a:pPr algn="ctr" rtl="true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FDDFE">
                <a:alpha val="100000"/>
              </a:srgbClr>
            </a:gs>
            <a:gs pos="100000">
              <a:srgbClr val="3971F5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22170" y="0"/>
            <a:ext cx="13188462" cy="10287000"/>
          </a:xfrm>
          <a:custGeom>
            <a:avLst/>
            <a:gdLst/>
            <a:ahLst/>
            <a:cxnLst/>
            <a:rect r="r" b="b" t="t" l="l"/>
            <a:pathLst>
              <a:path h="10287000" w="13188462">
                <a:moveTo>
                  <a:pt x="0" y="0"/>
                </a:moveTo>
                <a:lnTo>
                  <a:pt x="13188462" y="0"/>
                </a:lnTo>
                <a:lnTo>
                  <a:pt x="1318846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56205" y="411885"/>
            <a:ext cx="13375589" cy="9463229"/>
          </a:xfrm>
          <a:custGeom>
            <a:avLst/>
            <a:gdLst/>
            <a:ahLst/>
            <a:cxnLst/>
            <a:rect r="r" b="b" t="t" l="l"/>
            <a:pathLst>
              <a:path h="9463229" w="13375589">
                <a:moveTo>
                  <a:pt x="0" y="0"/>
                </a:moveTo>
                <a:lnTo>
                  <a:pt x="13375590" y="0"/>
                </a:lnTo>
                <a:lnTo>
                  <a:pt x="13375590" y="9463230"/>
                </a:lnTo>
                <a:lnTo>
                  <a:pt x="0" y="94632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971F5">
                <a:alpha val="100000"/>
              </a:srgbClr>
            </a:gs>
            <a:gs pos="100000">
              <a:srgbClr val="1F4DB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8762412" y="0"/>
            <a:ext cx="13188462" cy="10287000"/>
          </a:xfrm>
          <a:custGeom>
            <a:avLst/>
            <a:gdLst/>
            <a:ahLst/>
            <a:cxnLst/>
            <a:rect r="r" b="b" t="t" l="l"/>
            <a:pathLst>
              <a:path h="10287000" w="13188462">
                <a:moveTo>
                  <a:pt x="13188462" y="0"/>
                </a:moveTo>
                <a:lnTo>
                  <a:pt x="0" y="0"/>
                </a:lnTo>
                <a:lnTo>
                  <a:pt x="0" y="10287000"/>
                </a:lnTo>
                <a:lnTo>
                  <a:pt x="13188462" y="10287000"/>
                </a:lnTo>
                <a:lnTo>
                  <a:pt x="1318846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451464"/>
            <a:ext cx="7839042" cy="2854680"/>
            <a:chOff x="0" y="0"/>
            <a:chExt cx="1214473" cy="4422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4473" cy="442265"/>
            </a:xfrm>
            <a:custGeom>
              <a:avLst/>
              <a:gdLst/>
              <a:ahLst/>
              <a:cxnLst/>
              <a:rect r="r" b="b" t="t" l="l"/>
              <a:pathLst>
                <a:path h="442265" w="1214473">
                  <a:moveTo>
                    <a:pt x="98761" y="0"/>
                  </a:moveTo>
                  <a:lnTo>
                    <a:pt x="1115712" y="0"/>
                  </a:lnTo>
                  <a:cubicBezTo>
                    <a:pt x="1141905" y="0"/>
                    <a:pt x="1167025" y="10405"/>
                    <a:pt x="1185546" y="28926"/>
                  </a:cubicBezTo>
                  <a:cubicBezTo>
                    <a:pt x="1204068" y="47448"/>
                    <a:pt x="1214473" y="72568"/>
                    <a:pt x="1214473" y="98761"/>
                  </a:cubicBezTo>
                  <a:lnTo>
                    <a:pt x="1214473" y="343504"/>
                  </a:lnTo>
                  <a:cubicBezTo>
                    <a:pt x="1214473" y="398048"/>
                    <a:pt x="1170256" y="442265"/>
                    <a:pt x="1115712" y="442265"/>
                  </a:cubicBezTo>
                  <a:lnTo>
                    <a:pt x="98761" y="442265"/>
                  </a:lnTo>
                  <a:cubicBezTo>
                    <a:pt x="72568" y="442265"/>
                    <a:pt x="47448" y="431859"/>
                    <a:pt x="28926" y="413338"/>
                  </a:cubicBezTo>
                  <a:cubicBezTo>
                    <a:pt x="10405" y="394817"/>
                    <a:pt x="0" y="369697"/>
                    <a:pt x="0" y="343504"/>
                  </a:cubicBezTo>
                  <a:lnTo>
                    <a:pt x="0" y="98761"/>
                  </a:lnTo>
                  <a:cubicBezTo>
                    <a:pt x="0" y="44217"/>
                    <a:pt x="44217" y="0"/>
                    <a:pt x="98761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83126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71288" y="6155829"/>
            <a:ext cx="7911367" cy="2881018"/>
            <a:chOff x="0" y="0"/>
            <a:chExt cx="1214473" cy="4422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4473" cy="442265"/>
            </a:xfrm>
            <a:custGeom>
              <a:avLst/>
              <a:gdLst/>
              <a:ahLst/>
              <a:cxnLst/>
              <a:rect r="r" b="b" t="t" l="l"/>
              <a:pathLst>
                <a:path h="442265" w="1214473">
                  <a:moveTo>
                    <a:pt x="97858" y="0"/>
                  </a:moveTo>
                  <a:lnTo>
                    <a:pt x="1116615" y="0"/>
                  </a:lnTo>
                  <a:cubicBezTo>
                    <a:pt x="1170660" y="0"/>
                    <a:pt x="1214473" y="43813"/>
                    <a:pt x="1214473" y="97858"/>
                  </a:cubicBezTo>
                  <a:lnTo>
                    <a:pt x="1214473" y="344406"/>
                  </a:lnTo>
                  <a:cubicBezTo>
                    <a:pt x="1214473" y="398452"/>
                    <a:pt x="1170660" y="442265"/>
                    <a:pt x="1116615" y="442265"/>
                  </a:cubicBezTo>
                  <a:lnTo>
                    <a:pt x="97858" y="442265"/>
                  </a:lnTo>
                  <a:cubicBezTo>
                    <a:pt x="43813" y="442265"/>
                    <a:pt x="0" y="398452"/>
                    <a:pt x="0" y="344406"/>
                  </a:cubicBezTo>
                  <a:lnTo>
                    <a:pt x="0" y="97858"/>
                  </a:lnTo>
                  <a:cubicBezTo>
                    <a:pt x="0" y="43813"/>
                    <a:pt x="43813" y="0"/>
                    <a:pt x="97858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52976" r="0" b="-5297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420258" y="1352243"/>
            <a:ext cx="7839042" cy="2854680"/>
            <a:chOff x="0" y="0"/>
            <a:chExt cx="1214473" cy="4422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14473" cy="442265"/>
            </a:xfrm>
            <a:custGeom>
              <a:avLst/>
              <a:gdLst/>
              <a:ahLst/>
              <a:cxnLst/>
              <a:rect r="r" b="b" t="t" l="l"/>
              <a:pathLst>
                <a:path h="442265" w="1214473">
                  <a:moveTo>
                    <a:pt x="98761" y="0"/>
                  </a:moveTo>
                  <a:lnTo>
                    <a:pt x="1115712" y="0"/>
                  </a:lnTo>
                  <a:cubicBezTo>
                    <a:pt x="1141905" y="0"/>
                    <a:pt x="1167025" y="10405"/>
                    <a:pt x="1185546" y="28926"/>
                  </a:cubicBezTo>
                  <a:cubicBezTo>
                    <a:pt x="1204068" y="47448"/>
                    <a:pt x="1214473" y="72568"/>
                    <a:pt x="1214473" y="98761"/>
                  </a:cubicBezTo>
                  <a:lnTo>
                    <a:pt x="1214473" y="343504"/>
                  </a:lnTo>
                  <a:cubicBezTo>
                    <a:pt x="1214473" y="398048"/>
                    <a:pt x="1170256" y="442265"/>
                    <a:pt x="1115712" y="442265"/>
                  </a:cubicBezTo>
                  <a:lnTo>
                    <a:pt x="98761" y="442265"/>
                  </a:lnTo>
                  <a:cubicBezTo>
                    <a:pt x="72568" y="442265"/>
                    <a:pt x="47448" y="431859"/>
                    <a:pt x="28926" y="413338"/>
                  </a:cubicBezTo>
                  <a:cubicBezTo>
                    <a:pt x="10405" y="394817"/>
                    <a:pt x="0" y="369697"/>
                    <a:pt x="0" y="343504"/>
                  </a:cubicBezTo>
                  <a:lnTo>
                    <a:pt x="0" y="98761"/>
                  </a:lnTo>
                  <a:cubicBezTo>
                    <a:pt x="0" y="44217"/>
                    <a:pt x="44217" y="0"/>
                    <a:pt x="98761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71611" r="0" b="-11514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477592" y="6157550"/>
            <a:ext cx="8134959" cy="2962442"/>
            <a:chOff x="0" y="0"/>
            <a:chExt cx="1214473" cy="4422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14473" cy="442265"/>
            </a:xfrm>
            <a:custGeom>
              <a:avLst/>
              <a:gdLst/>
              <a:ahLst/>
              <a:cxnLst/>
              <a:rect r="r" b="b" t="t" l="l"/>
              <a:pathLst>
                <a:path h="442265" w="1214473">
                  <a:moveTo>
                    <a:pt x="95169" y="0"/>
                  </a:moveTo>
                  <a:lnTo>
                    <a:pt x="1119304" y="0"/>
                  </a:lnTo>
                  <a:cubicBezTo>
                    <a:pt x="1144544" y="0"/>
                    <a:pt x="1168751" y="10027"/>
                    <a:pt x="1186599" y="27874"/>
                  </a:cubicBezTo>
                  <a:cubicBezTo>
                    <a:pt x="1204446" y="45722"/>
                    <a:pt x="1214473" y="69928"/>
                    <a:pt x="1214473" y="95169"/>
                  </a:cubicBezTo>
                  <a:lnTo>
                    <a:pt x="1214473" y="347096"/>
                  </a:lnTo>
                  <a:cubicBezTo>
                    <a:pt x="1214473" y="399656"/>
                    <a:pt x="1171864" y="442265"/>
                    <a:pt x="1119304" y="442265"/>
                  </a:cubicBezTo>
                  <a:lnTo>
                    <a:pt x="95169" y="442265"/>
                  </a:lnTo>
                  <a:cubicBezTo>
                    <a:pt x="69928" y="442265"/>
                    <a:pt x="45722" y="432238"/>
                    <a:pt x="27874" y="414390"/>
                  </a:cubicBezTo>
                  <a:cubicBezTo>
                    <a:pt x="10027" y="396543"/>
                    <a:pt x="0" y="372336"/>
                    <a:pt x="0" y="347096"/>
                  </a:cubicBezTo>
                  <a:lnTo>
                    <a:pt x="0" y="95169"/>
                  </a:lnTo>
                  <a:cubicBezTo>
                    <a:pt x="0" y="69928"/>
                    <a:pt x="10027" y="45722"/>
                    <a:pt x="27874" y="27874"/>
                  </a:cubicBezTo>
                  <a:cubicBezTo>
                    <a:pt x="45722" y="10027"/>
                    <a:pt x="69928" y="0"/>
                    <a:pt x="95169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39545" r="0" b="-4358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650489" y="1028700"/>
            <a:ext cx="2745651" cy="647086"/>
            <a:chOff x="0" y="0"/>
            <a:chExt cx="723134" cy="1704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3134" cy="170426"/>
            </a:xfrm>
            <a:custGeom>
              <a:avLst/>
              <a:gdLst/>
              <a:ahLst/>
              <a:cxnLst/>
              <a:rect r="r" b="b" t="t" l="l"/>
              <a:pathLst>
                <a:path h="170426" w="723134">
                  <a:moveTo>
                    <a:pt x="85213" y="0"/>
                  </a:moveTo>
                  <a:lnTo>
                    <a:pt x="637922" y="0"/>
                  </a:lnTo>
                  <a:cubicBezTo>
                    <a:pt x="684983" y="0"/>
                    <a:pt x="723134" y="38151"/>
                    <a:pt x="723134" y="85213"/>
                  </a:cubicBezTo>
                  <a:lnTo>
                    <a:pt x="723134" y="85213"/>
                  </a:lnTo>
                  <a:cubicBezTo>
                    <a:pt x="723134" y="107813"/>
                    <a:pt x="714157" y="129487"/>
                    <a:pt x="698176" y="145468"/>
                  </a:cubicBezTo>
                  <a:cubicBezTo>
                    <a:pt x="682196" y="161448"/>
                    <a:pt x="660521" y="170426"/>
                    <a:pt x="637922" y="170426"/>
                  </a:cubicBezTo>
                  <a:lnTo>
                    <a:pt x="85213" y="170426"/>
                  </a:lnTo>
                  <a:cubicBezTo>
                    <a:pt x="38151" y="170426"/>
                    <a:pt x="0" y="132275"/>
                    <a:pt x="0" y="85213"/>
                  </a:cubicBezTo>
                  <a:lnTo>
                    <a:pt x="0" y="85213"/>
                  </a:lnTo>
                  <a:cubicBezTo>
                    <a:pt x="0" y="38151"/>
                    <a:pt x="38151" y="0"/>
                    <a:pt x="8521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971F5">
                    <a:alpha val="100000"/>
                  </a:srgbClr>
                </a:gs>
                <a:gs pos="100000">
                  <a:srgbClr val="1F4DB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23134" cy="227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31959" y="4720736"/>
            <a:ext cx="5424081" cy="845528"/>
            <a:chOff x="0" y="0"/>
            <a:chExt cx="1428565" cy="2226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28565" cy="222690"/>
            </a:xfrm>
            <a:custGeom>
              <a:avLst/>
              <a:gdLst/>
              <a:ahLst/>
              <a:cxnLst/>
              <a:rect r="r" b="b" t="t" l="l"/>
              <a:pathLst>
                <a:path h="222690" w="1428565">
                  <a:moveTo>
                    <a:pt x="111345" y="0"/>
                  </a:moveTo>
                  <a:lnTo>
                    <a:pt x="1317220" y="0"/>
                  </a:lnTo>
                  <a:cubicBezTo>
                    <a:pt x="1346750" y="0"/>
                    <a:pt x="1375071" y="11731"/>
                    <a:pt x="1395952" y="32612"/>
                  </a:cubicBezTo>
                  <a:cubicBezTo>
                    <a:pt x="1416834" y="53494"/>
                    <a:pt x="1428565" y="81815"/>
                    <a:pt x="1428565" y="111345"/>
                  </a:cubicBezTo>
                  <a:lnTo>
                    <a:pt x="1428565" y="111345"/>
                  </a:lnTo>
                  <a:cubicBezTo>
                    <a:pt x="1428565" y="172839"/>
                    <a:pt x="1378714" y="222690"/>
                    <a:pt x="1317220" y="222690"/>
                  </a:cubicBezTo>
                  <a:lnTo>
                    <a:pt x="111345" y="222690"/>
                  </a:lnTo>
                  <a:cubicBezTo>
                    <a:pt x="49851" y="222690"/>
                    <a:pt x="0" y="172839"/>
                    <a:pt x="0" y="111345"/>
                  </a:cubicBezTo>
                  <a:lnTo>
                    <a:pt x="0" y="111345"/>
                  </a:lnTo>
                  <a:cubicBezTo>
                    <a:pt x="0" y="49851"/>
                    <a:pt x="49851" y="0"/>
                    <a:pt x="1113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971F5">
                    <a:alpha val="100000"/>
                  </a:srgbClr>
                </a:gs>
                <a:gs pos="100000">
                  <a:srgbClr val="CFDDF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428565" cy="279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983817" y="8796449"/>
            <a:ext cx="2745651" cy="647086"/>
            <a:chOff x="0" y="0"/>
            <a:chExt cx="723134" cy="1704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23134" cy="170426"/>
            </a:xfrm>
            <a:custGeom>
              <a:avLst/>
              <a:gdLst/>
              <a:ahLst/>
              <a:cxnLst/>
              <a:rect r="r" b="b" t="t" l="l"/>
              <a:pathLst>
                <a:path h="170426" w="723134">
                  <a:moveTo>
                    <a:pt x="85213" y="0"/>
                  </a:moveTo>
                  <a:lnTo>
                    <a:pt x="637922" y="0"/>
                  </a:lnTo>
                  <a:cubicBezTo>
                    <a:pt x="684983" y="0"/>
                    <a:pt x="723134" y="38151"/>
                    <a:pt x="723134" y="85213"/>
                  </a:cubicBezTo>
                  <a:lnTo>
                    <a:pt x="723134" y="85213"/>
                  </a:lnTo>
                  <a:cubicBezTo>
                    <a:pt x="723134" y="107813"/>
                    <a:pt x="714157" y="129487"/>
                    <a:pt x="698176" y="145468"/>
                  </a:cubicBezTo>
                  <a:cubicBezTo>
                    <a:pt x="682196" y="161448"/>
                    <a:pt x="660521" y="170426"/>
                    <a:pt x="637922" y="170426"/>
                  </a:cubicBezTo>
                  <a:lnTo>
                    <a:pt x="85213" y="170426"/>
                  </a:lnTo>
                  <a:cubicBezTo>
                    <a:pt x="38151" y="170426"/>
                    <a:pt x="0" y="132275"/>
                    <a:pt x="0" y="85213"/>
                  </a:cubicBezTo>
                  <a:lnTo>
                    <a:pt x="0" y="85213"/>
                  </a:lnTo>
                  <a:cubicBezTo>
                    <a:pt x="0" y="38151"/>
                    <a:pt x="38151" y="0"/>
                    <a:pt x="8521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971F5">
                    <a:alpha val="100000"/>
                  </a:srgbClr>
                </a:gs>
                <a:gs pos="100000">
                  <a:srgbClr val="1F4DB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723134" cy="227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948221" y="1127921"/>
            <a:ext cx="2745651" cy="647086"/>
            <a:chOff x="0" y="0"/>
            <a:chExt cx="723134" cy="17042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23134" cy="170426"/>
            </a:xfrm>
            <a:custGeom>
              <a:avLst/>
              <a:gdLst/>
              <a:ahLst/>
              <a:cxnLst/>
              <a:rect r="r" b="b" t="t" l="l"/>
              <a:pathLst>
                <a:path h="170426" w="723134">
                  <a:moveTo>
                    <a:pt x="85213" y="0"/>
                  </a:moveTo>
                  <a:lnTo>
                    <a:pt x="637922" y="0"/>
                  </a:lnTo>
                  <a:cubicBezTo>
                    <a:pt x="684983" y="0"/>
                    <a:pt x="723134" y="38151"/>
                    <a:pt x="723134" y="85213"/>
                  </a:cubicBezTo>
                  <a:lnTo>
                    <a:pt x="723134" y="85213"/>
                  </a:lnTo>
                  <a:cubicBezTo>
                    <a:pt x="723134" y="107813"/>
                    <a:pt x="714157" y="129487"/>
                    <a:pt x="698176" y="145468"/>
                  </a:cubicBezTo>
                  <a:cubicBezTo>
                    <a:pt x="682196" y="161448"/>
                    <a:pt x="660521" y="170426"/>
                    <a:pt x="637922" y="170426"/>
                  </a:cubicBezTo>
                  <a:lnTo>
                    <a:pt x="85213" y="170426"/>
                  </a:lnTo>
                  <a:cubicBezTo>
                    <a:pt x="38151" y="170426"/>
                    <a:pt x="0" y="132275"/>
                    <a:pt x="0" y="85213"/>
                  </a:cubicBezTo>
                  <a:lnTo>
                    <a:pt x="0" y="85213"/>
                  </a:lnTo>
                  <a:cubicBezTo>
                    <a:pt x="0" y="38151"/>
                    <a:pt x="38151" y="0"/>
                    <a:pt x="8521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971F5">
                    <a:alpha val="100000"/>
                  </a:srgbClr>
                </a:gs>
                <a:gs pos="100000">
                  <a:srgbClr val="1F4DB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723134" cy="227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341389" y="8611214"/>
            <a:ext cx="2745651" cy="647086"/>
            <a:chOff x="0" y="0"/>
            <a:chExt cx="723134" cy="17042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23134" cy="170426"/>
            </a:xfrm>
            <a:custGeom>
              <a:avLst/>
              <a:gdLst/>
              <a:ahLst/>
              <a:cxnLst/>
              <a:rect r="r" b="b" t="t" l="l"/>
              <a:pathLst>
                <a:path h="170426" w="723134">
                  <a:moveTo>
                    <a:pt x="85213" y="0"/>
                  </a:moveTo>
                  <a:lnTo>
                    <a:pt x="637922" y="0"/>
                  </a:lnTo>
                  <a:cubicBezTo>
                    <a:pt x="684983" y="0"/>
                    <a:pt x="723134" y="38151"/>
                    <a:pt x="723134" y="85213"/>
                  </a:cubicBezTo>
                  <a:lnTo>
                    <a:pt x="723134" y="85213"/>
                  </a:lnTo>
                  <a:cubicBezTo>
                    <a:pt x="723134" y="107813"/>
                    <a:pt x="714157" y="129487"/>
                    <a:pt x="698176" y="145468"/>
                  </a:cubicBezTo>
                  <a:cubicBezTo>
                    <a:pt x="682196" y="161448"/>
                    <a:pt x="660521" y="170426"/>
                    <a:pt x="637922" y="170426"/>
                  </a:cubicBezTo>
                  <a:lnTo>
                    <a:pt x="85213" y="170426"/>
                  </a:lnTo>
                  <a:cubicBezTo>
                    <a:pt x="38151" y="170426"/>
                    <a:pt x="0" y="132275"/>
                    <a:pt x="0" y="85213"/>
                  </a:cubicBezTo>
                  <a:lnTo>
                    <a:pt x="0" y="85213"/>
                  </a:lnTo>
                  <a:cubicBezTo>
                    <a:pt x="0" y="38151"/>
                    <a:pt x="38151" y="0"/>
                    <a:pt x="8521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971F5">
                    <a:alpha val="100000"/>
                  </a:srgbClr>
                </a:gs>
                <a:gs pos="100000">
                  <a:srgbClr val="1F4DB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723134" cy="227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187505" y="4642802"/>
            <a:ext cx="3912989" cy="182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79"/>
              </a:lnSpc>
            </a:pPr>
            <a:r>
              <a:rPr lang="ar-EG" b="true" sz="519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الفئة المستهدفة</a:t>
            </a:r>
          </a:p>
          <a:p>
            <a:pPr algn="ctr" rtl="true">
              <a:lnSpc>
                <a:spcPts val="7279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3833032" y="1116698"/>
            <a:ext cx="2563108" cy="757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467873" indent="-233936" lvl="1">
              <a:lnSpc>
                <a:spcPts val="3033"/>
              </a:lnSpc>
              <a:buFont typeface="Arial"/>
              <a:buChar char="•"/>
            </a:pPr>
            <a:r>
              <a:rPr lang="ar-EG" sz="2167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  <a:rtl val="true"/>
              </a:rPr>
              <a:t> مرضى طريحي الفراش</a:t>
            </a:r>
          </a:p>
          <a:p>
            <a:pPr algn="ctr" rtl="true">
              <a:lnSpc>
                <a:spcPts val="3033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4489308" y="8794007"/>
            <a:ext cx="2240161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734059" indent="-367030" lvl="1">
              <a:lnSpc>
                <a:spcPts val="4759"/>
              </a:lnSpc>
              <a:buFont typeface="Arial"/>
              <a:buChar char="•"/>
            </a:pPr>
            <a:r>
              <a:rPr lang="ar-EG" sz="3399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  <a:rtl val="true"/>
              </a:rPr>
              <a:t> كب</a:t>
            </a:r>
            <a:r>
              <a:rPr lang="ar-EG" sz="3399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  <a:rtl val="true"/>
              </a:rPr>
              <a:t>ار السن</a:t>
            </a:r>
          </a:p>
          <a:p>
            <a:pPr algn="ctr" rtl="true">
              <a:lnSpc>
                <a:spcPts val="4759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5369291" y="1151437"/>
            <a:ext cx="1903512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</a:pPr>
            <a:r>
              <a:rPr lang="ar-EG" sz="3399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  <a:rtl val="true"/>
              </a:rPr>
              <a:t>مر</a:t>
            </a:r>
            <a:r>
              <a:rPr lang="ar-EG" sz="3399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  <a:rtl val="true"/>
              </a:rPr>
              <a:t>ضى الشلل</a:t>
            </a:r>
          </a:p>
          <a:p>
            <a:pPr algn="ctr" rtl="true">
              <a:lnSpc>
                <a:spcPts val="4759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5498511" y="8739299"/>
            <a:ext cx="2431407" cy="87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488"/>
              </a:lnSpc>
            </a:pPr>
            <a:r>
              <a:rPr lang="ar-EG" sz="2491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  <a:rtl val="true"/>
              </a:rPr>
              <a:t>• مر</a:t>
            </a:r>
            <a:r>
              <a:rPr lang="ar-EG" sz="2491">
                <a:solidFill>
                  <a:srgbClr val="FFFFFE"/>
                </a:solidFill>
                <a:latin typeface="29LT Adir"/>
                <a:ea typeface="29LT Adir"/>
                <a:cs typeface="29LT Adir"/>
                <a:sym typeface="29LT Adir"/>
                <a:rtl val="true"/>
              </a:rPr>
              <a:t>ضى العناية المركزة</a:t>
            </a:r>
          </a:p>
          <a:p>
            <a:pPr algn="ctr" rtl="true">
              <a:lnSpc>
                <a:spcPts val="3488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05" t="0" r="-160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45340" y="-5726615"/>
            <a:ext cx="13188462" cy="10287000"/>
          </a:xfrm>
          <a:custGeom>
            <a:avLst/>
            <a:gdLst/>
            <a:ahLst/>
            <a:cxnLst/>
            <a:rect r="r" b="b" t="t" l="l"/>
            <a:pathLst>
              <a:path h="10287000" w="13188462">
                <a:moveTo>
                  <a:pt x="0" y="0"/>
                </a:moveTo>
                <a:lnTo>
                  <a:pt x="13188461" y="0"/>
                </a:lnTo>
                <a:lnTo>
                  <a:pt x="131884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045340" y="-4188562"/>
            <a:ext cx="22729222" cy="15319720"/>
            <a:chOff x="0" y="0"/>
            <a:chExt cx="5986297" cy="40348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986297" cy="4034823"/>
            </a:xfrm>
            <a:custGeom>
              <a:avLst/>
              <a:gdLst/>
              <a:ahLst/>
              <a:cxnLst/>
              <a:rect r="r" b="b" t="t" l="l"/>
              <a:pathLst>
                <a:path h="4034823" w="5986297">
                  <a:moveTo>
                    <a:pt x="9878" y="0"/>
                  </a:moveTo>
                  <a:lnTo>
                    <a:pt x="5976419" y="0"/>
                  </a:lnTo>
                  <a:cubicBezTo>
                    <a:pt x="5981874" y="0"/>
                    <a:pt x="5986297" y="4422"/>
                    <a:pt x="5986297" y="9878"/>
                  </a:cubicBezTo>
                  <a:lnTo>
                    <a:pt x="5986297" y="4024945"/>
                  </a:lnTo>
                  <a:cubicBezTo>
                    <a:pt x="5986297" y="4030401"/>
                    <a:pt x="5981874" y="4034823"/>
                    <a:pt x="5976419" y="4034823"/>
                  </a:cubicBezTo>
                  <a:lnTo>
                    <a:pt x="9878" y="4034823"/>
                  </a:lnTo>
                  <a:cubicBezTo>
                    <a:pt x="4422" y="4034823"/>
                    <a:pt x="0" y="4030401"/>
                    <a:pt x="0" y="4024945"/>
                  </a:cubicBezTo>
                  <a:lnTo>
                    <a:pt x="0" y="9878"/>
                  </a:lnTo>
                  <a:cubicBezTo>
                    <a:pt x="0" y="4422"/>
                    <a:pt x="4422" y="0"/>
                    <a:pt x="987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FDDFE">
                    <a:alpha val="85000"/>
                  </a:srgbClr>
                </a:gs>
                <a:gs pos="100000">
                  <a:srgbClr val="3971F5">
                    <a:alpha val="85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986297" cy="4091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933704" y="312434"/>
            <a:ext cx="5065970" cy="1059110"/>
            <a:chOff x="0" y="0"/>
            <a:chExt cx="1334247" cy="2789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34247" cy="278942"/>
            </a:xfrm>
            <a:custGeom>
              <a:avLst/>
              <a:gdLst/>
              <a:ahLst/>
              <a:cxnLst/>
              <a:rect r="r" b="b" t="t" l="l"/>
              <a:pathLst>
                <a:path h="278942" w="1334247">
                  <a:moveTo>
                    <a:pt x="139471" y="0"/>
                  </a:moveTo>
                  <a:lnTo>
                    <a:pt x="1194776" y="0"/>
                  </a:lnTo>
                  <a:cubicBezTo>
                    <a:pt x="1271804" y="0"/>
                    <a:pt x="1334247" y="62443"/>
                    <a:pt x="1334247" y="139471"/>
                  </a:cubicBezTo>
                  <a:lnTo>
                    <a:pt x="1334247" y="139471"/>
                  </a:lnTo>
                  <a:cubicBezTo>
                    <a:pt x="1334247" y="176461"/>
                    <a:pt x="1319553" y="211936"/>
                    <a:pt x="1293397" y="238092"/>
                  </a:cubicBezTo>
                  <a:cubicBezTo>
                    <a:pt x="1267241" y="264248"/>
                    <a:pt x="1231766" y="278942"/>
                    <a:pt x="1194776" y="278942"/>
                  </a:cubicBezTo>
                  <a:lnTo>
                    <a:pt x="139471" y="278942"/>
                  </a:lnTo>
                  <a:cubicBezTo>
                    <a:pt x="62443" y="278942"/>
                    <a:pt x="0" y="216499"/>
                    <a:pt x="0" y="139471"/>
                  </a:cubicBezTo>
                  <a:lnTo>
                    <a:pt x="0" y="139471"/>
                  </a:lnTo>
                  <a:cubicBezTo>
                    <a:pt x="0" y="62443"/>
                    <a:pt x="62443" y="0"/>
                    <a:pt x="139471" y="0"/>
                  </a:cubicBezTo>
                  <a:close/>
                </a:path>
              </a:pathLst>
            </a:custGeom>
            <a:solidFill>
              <a:srgbClr val="2F62D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334247" cy="336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graphicFrame>
        <p:nvGraphicFramePr>
          <p:cNvPr name="Object 10" id="10"/>
          <p:cNvGraphicFramePr/>
          <p:nvPr/>
        </p:nvGraphicFramePr>
        <p:xfrm>
          <a:off x="1706707" y="1841789"/>
          <a:ext cx="9429750" cy="4400550"/>
        </p:xfrm>
        <a:graphic>
          <a:graphicData uri="http://schemas.openxmlformats.org/presentationml/2006/ole">
            <p:oleObj imgW="11315700" imgH="62865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2301895" y="337379"/>
            <a:ext cx="5422881" cy="90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7373"/>
              </a:lnSpc>
            </a:pPr>
            <a:r>
              <a:rPr lang="ar-EG" b="true" sz="5266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الشركات المنافسه: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971F5">
                <a:alpha val="100000"/>
              </a:srgbClr>
            </a:gs>
            <a:gs pos="100000">
              <a:srgbClr val="1F4DB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8897102" y="0"/>
            <a:ext cx="13188462" cy="10287000"/>
          </a:xfrm>
          <a:custGeom>
            <a:avLst/>
            <a:gdLst/>
            <a:ahLst/>
            <a:cxnLst/>
            <a:rect r="r" b="b" t="t" l="l"/>
            <a:pathLst>
              <a:path h="10287000" w="13188462">
                <a:moveTo>
                  <a:pt x="13188461" y="0"/>
                </a:moveTo>
                <a:lnTo>
                  <a:pt x="0" y="0"/>
                </a:lnTo>
                <a:lnTo>
                  <a:pt x="0" y="10287000"/>
                </a:lnTo>
                <a:lnTo>
                  <a:pt x="13188461" y="10287000"/>
                </a:lnTo>
                <a:lnTo>
                  <a:pt x="1318846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785001" y="3873649"/>
            <a:ext cx="5382272" cy="2282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8675"/>
              </a:lnSpc>
            </a:pPr>
            <a:r>
              <a:rPr lang="ar-EG" b="true" sz="1333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  <a:rtl val="true"/>
              </a:rPr>
              <a:t>شكراً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22648" y="4026049"/>
            <a:ext cx="9562353" cy="2744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79"/>
              </a:lnSpc>
            </a:pPr>
            <a:r>
              <a:rPr lang="en-US" b="true" sz="519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</a:rPr>
              <a:t>AI-based predictive pressure injury prevention system</a:t>
            </a:r>
            <a:r>
              <a:rPr lang="en-US" b="true" sz="5199">
                <a:solidFill>
                  <a:srgbClr val="FFFFFE"/>
                </a:solidFill>
                <a:latin typeface="29LT Adir Bold"/>
                <a:ea typeface="29LT Adir Bold"/>
                <a:cs typeface="29LT Adir Bold"/>
                <a:sym typeface="29LT Adir Bold"/>
              </a:rPr>
              <a:t> with adaptive patient repositioning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DAHGj56z4-g</dc:identifier>
  <dcterms:modified xsi:type="dcterms:W3CDTF">2011-08-01T06:04:30Z</dcterms:modified>
  <cp:revision>1</cp:revision>
  <dc:title>عرض تقديمي ازرق عن مقترح مشروع لشركة</dc:title>
</cp:coreProperties>
</file>